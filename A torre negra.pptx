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7"/>
  </p:notesMasterIdLst>
  <p:sldIdLst>
    <p:sldId id="256" r:id="rId2"/>
    <p:sldId id="258" r:id="rId3"/>
    <p:sldId id="259" r:id="rId4"/>
    <p:sldId id="260" r:id="rId5"/>
    <p:sldId id="261" r:id="rId6"/>
    <p:sldId id="262" r:id="rId7"/>
    <p:sldId id="263" r:id="rId8"/>
    <p:sldId id="266" r:id="rId9"/>
    <p:sldId id="264" r:id="rId10"/>
    <p:sldId id="267" r:id="rId11"/>
    <p:sldId id="265" r:id="rId12"/>
    <p:sldId id="268" r:id="rId13"/>
    <p:sldId id="270" r:id="rId14"/>
    <p:sldId id="269" r:id="rId15"/>
    <p:sldId id="257" r:id="rId16"/>
  </p:sldIdLst>
  <p:sldSz cx="9601200" cy="128016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32" userDrawn="1">
          <p15:clr>
            <a:srgbClr val="A4A3A4"/>
          </p15:clr>
        </p15:guide>
        <p15:guide id="2" pos="30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1" autoAdjust="0"/>
  </p:normalViewPr>
  <p:slideViewPr>
    <p:cSldViewPr snapToGrid="0">
      <p:cViewPr varScale="1">
        <p:scale>
          <a:sx n="42" d="100"/>
          <a:sy n="42" d="100"/>
        </p:scale>
        <p:origin x="2597" y="58"/>
      </p:cViewPr>
      <p:guideLst>
        <p:guide orient="horz" pos="4032"/>
        <p:guide pos="3024"/>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043637-B606-486A-A523-5DAF1E3537F5}" type="datetimeFigureOut">
              <a:rPr lang="pt-BR" smtClean="0"/>
              <a:t>15/11/2025</a:t>
            </a:fld>
            <a:endParaRPr lang="pt-BR"/>
          </a:p>
        </p:txBody>
      </p:sp>
      <p:sp>
        <p:nvSpPr>
          <p:cNvPr id="4" name="Espaço Reservado para Imagem de Slide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CAAE4D-579E-4F10-89E7-5448498C6EFA}" type="slidenum">
              <a:rPr lang="pt-BR" smtClean="0"/>
              <a:t>‹nº›</a:t>
            </a:fld>
            <a:endParaRPr lang="pt-BR"/>
          </a:p>
        </p:txBody>
      </p:sp>
    </p:spTree>
    <p:extLst>
      <p:ext uri="{BB962C8B-B14F-4D97-AF65-F5344CB8AC3E}">
        <p14:creationId xmlns:p14="http://schemas.microsoft.com/office/powerpoint/2010/main" val="68293238"/>
      </p:ext>
    </p:extLst>
  </p:cSld>
  <p:clrMap bg1="lt1" tx1="dk1" bg2="lt2" tx2="dk2" accent1="accent1" accent2="accent2" accent3="accent3" accent4="accent4" accent5="accent5" accent6="accent6" hlink="hlink" folHlink="folHlink"/>
  <p:notesStyle>
    <a:lvl1pPr marL="0" algn="l" defTabSz="1280160" rtl="0" eaLnBrk="1" latinLnBrk="0" hangingPunct="1">
      <a:defRPr sz="1680" kern="1200">
        <a:solidFill>
          <a:schemeClr val="tx1"/>
        </a:solidFill>
        <a:latin typeface="+mn-lt"/>
        <a:ea typeface="+mn-ea"/>
        <a:cs typeface="+mn-cs"/>
      </a:defRPr>
    </a:lvl1pPr>
    <a:lvl2pPr marL="640080" algn="l" defTabSz="1280160" rtl="0" eaLnBrk="1" latinLnBrk="0" hangingPunct="1">
      <a:defRPr sz="1680" kern="1200">
        <a:solidFill>
          <a:schemeClr val="tx1"/>
        </a:solidFill>
        <a:latin typeface="+mn-lt"/>
        <a:ea typeface="+mn-ea"/>
        <a:cs typeface="+mn-cs"/>
      </a:defRPr>
    </a:lvl2pPr>
    <a:lvl3pPr marL="1280160" algn="l" defTabSz="1280160" rtl="0" eaLnBrk="1" latinLnBrk="0" hangingPunct="1">
      <a:defRPr sz="1680" kern="1200">
        <a:solidFill>
          <a:schemeClr val="tx1"/>
        </a:solidFill>
        <a:latin typeface="+mn-lt"/>
        <a:ea typeface="+mn-ea"/>
        <a:cs typeface="+mn-cs"/>
      </a:defRPr>
    </a:lvl3pPr>
    <a:lvl4pPr marL="1920240" algn="l" defTabSz="1280160" rtl="0" eaLnBrk="1" latinLnBrk="0" hangingPunct="1">
      <a:defRPr sz="1680" kern="1200">
        <a:solidFill>
          <a:schemeClr val="tx1"/>
        </a:solidFill>
        <a:latin typeface="+mn-lt"/>
        <a:ea typeface="+mn-ea"/>
        <a:cs typeface="+mn-cs"/>
      </a:defRPr>
    </a:lvl4pPr>
    <a:lvl5pPr marL="2560320" algn="l" defTabSz="1280160" rtl="0" eaLnBrk="1" latinLnBrk="0" hangingPunct="1">
      <a:defRPr sz="1680" kern="1200">
        <a:solidFill>
          <a:schemeClr val="tx1"/>
        </a:solidFill>
        <a:latin typeface="+mn-lt"/>
        <a:ea typeface="+mn-ea"/>
        <a:cs typeface="+mn-cs"/>
      </a:defRPr>
    </a:lvl5pPr>
    <a:lvl6pPr marL="3200400" algn="l" defTabSz="1280160" rtl="0" eaLnBrk="1" latinLnBrk="0" hangingPunct="1">
      <a:defRPr sz="1680" kern="1200">
        <a:solidFill>
          <a:schemeClr val="tx1"/>
        </a:solidFill>
        <a:latin typeface="+mn-lt"/>
        <a:ea typeface="+mn-ea"/>
        <a:cs typeface="+mn-cs"/>
      </a:defRPr>
    </a:lvl6pPr>
    <a:lvl7pPr marL="3840480" algn="l" defTabSz="1280160" rtl="0" eaLnBrk="1" latinLnBrk="0" hangingPunct="1">
      <a:defRPr sz="1680" kern="1200">
        <a:solidFill>
          <a:schemeClr val="tx1"/>
        </a:solidFill>
        <a:latin typeface="+mn-lt"/>
        <a:ea typeface="+mn-ea"/>
        <a:cs typeface="+mn-cs"/>
      </a:defRPr>
    </a:lvl7pPr>
    <a:lvl8pPr marL="4480560" algn="l" defTabSz="1280160" rtl="0" eaLnBrk="1" latinLnBrk="0" hangingPunct="1">
      <a:defRPr sz="1680" kern="1200">
        <a:solidFill>
          <a:schemeClr val="tx1"/>
        </a:solidFill>
        <a:latin typeface="+mn-lt"/>
        <a:ea typeface="+mn-ea"/>
        <a:cs typeface="+mn-cs"/>
      </a:defRPr>
    </a:lvl8pPr>
    <a:lvl9pPr marL="5120640" algn="l" defTabSz="1280160" rtl="0" eaLnBrk="1" latinLnBrk="0" hangingPunct="1">
      <a:defRPr sz="168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720090" y="2095078"/>
            <a:ext cx="8161020" cy="4456853"/>
          </a:xfrm>
        </p:spPr>
        <p:txBody>
          <a:bodyPr anchor="b"/>
          <a:lstStyle>
            <a:lvl1pPr algn="ctr">
              <a:defRPr sz="6300"/>
            </a:lvl1pPr>
          </a:lstStyle>
          <a:p>
            <a:r>
              <a:rPr lang="pt-BR"/>
              <a:t>Clique para editar o título Mestre</a:t>
            </a:r>
            <a:endParaRPr lang="en-US" dirty="0"/>
          </a:p>
        </p:txBody>
      </p:sp>
      <p:sp>
        <p:nvSpPr>
          <p:cNvPr id="3" name="Subtitle 2"/>
          <p:cNvSpPr>
            <a:spLocks noGrp="1"/>
          </p:cNvSpPr>
          <p:nvPr>
            <p:ph type="subTitle" idx="1"/>
          </p:nvPr>
        </p:nvSpPr>
        <p:spPr>
          <a:xfrm>
            <a:off x="1200150" y="6723804"/>
            <a:ext cx="7200900" cy="3090756"/>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103388CC-DF1C-4012-AA62-634790F0F2A2}" type="datetime1">
              <a:rPr lang="pt-BR" smtClean="0"/>
              <a:t>15/11/2025</a:t>
            </a:fld>
            <a:endParaRPr lang="pt-BR"/>
          </a:p>
        </p:txBody>
      </p:sp>
      <p:sp>
        <p:nvSpPr>
          <p:cNvPr id="5" name="Footer Placeholder 4"/>
          <p:cNvSpPr>
            <a:spLocks noGrp="1"/>
          </p:cNvSpPr>
          <p:nvPr>
            <p:ph type="ftr" sz="quarter" idx="11"/>
          </p:nvPr>
        </p:nvSpPr>
        <p:spPr/>
        <p:txBody>
          <a:bodyPr/>
          <a:lstStyle/>
          <a:p>
            <a:r>
              <a:rPr lang="pt-BR"/>
              <a:t>A TORRE NEGRA - SABRINA S. MACHADO</a:t>
            </a:r>
          </a:p>
        </p:txBody>
      </p:sp>
      <p:sp>
        <p:nvSpPr>
          <p:cNvPr id="6" name="Slide Number Placeholder 5"/>
          <p:cNvSpPr>
            <a:spLocks noGrp="1"/>
          </p:cNvSpPr>
          <p:nvPr>
            <p:ph type="sldNum" sz="quarter" idx="12"/>
          </p:nvPr>
        </p:nvSpPr>
        <p:spPr/>
        <p:txBody>
          <a:bodyPr/>
          <a:lstStyle/>
          <a:p>
            <a:fld id="{98F48E61-6D67-44DB-8C8F-E189F04FFFB1}" type="slidenum">
              <a:rPr lang="pt-BR" smtClean="0"/>
              <a:t>‹nº›</a:t>
            </a:fld>
            <a:endParaRPr lang="pt-BR"/>
          </a:p>
        </p:txBody>
      </p:sp>
    </p:spTree>
    <p:extLst>
      <p:ext uri="{BB962C8B-B14F-4D97-AF65-F5344CB8AC3E}">
        <p14:creationId xmlns:p14="http://schemas.microsoft.com/office/powerpoint/2010/main" val="2589344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CA1CB1BF-0D62-4464-8EC9-1D9D0075DB0E}" type="datetime1">
              <a:rPr lang="pt-BR" smtClean="0"/>
              <a:t>15/11/2025</a:t>
            </a:fld>
            <a:endParaRPr lang="pt-BR"/>
          </a:p>
        </p:txBody>
      </p:sp>
      <p:sp>
        <p:nvSpPr>
          <p:cNvPr id="5" name="Footer Placeholder 4"/>
          <p:cNvSpPr>
            <a:spLocks noGrp="1"/>
          </p:cNvSpPr>
          <p:nvPr>
            <p:ph type="ftr" sz="quarter" idx="11"/>
          </p:nvPr>
        </p:nvSpPr>
        <p:spPr/>
        <p:txBody>
          <a:bodyPr/>
          <a:lstStyle/>
          <a:p>
            <a:r>
              <a:rPr lang="pt-BR"/>
              <a:t>A TORRE NEGRA - SABRINA S. MACHADO</a:t>
            </a:r>
          </a:p>
        </p:txBody>
      </p:sp>
      <p:sp>
        <p:nvSpPr>
          <p:cNvPr id="6" name="Slide Number Placeholder 5"/>
          <p:cNvSpPr>
            <a:spLocks noGrp="1"/>
          </p:cNvSpPr>
          <p:nvPr>
            <p:ph type="sldNum" sz="quarter" idx="12"/>
          </p:nvPr>
        </p:nvSpPr>
        <p:spPr/>
        <p:txBody>
          <a:bodyPr/>
          <a:lstStyle/>
          <a:p>
            <a:fld id="{98F48E61-6D67-44DB-8C8F-E189F04FFFB1}" type="slidenum">
              <a:rPr lang="pt-BR" smtClean="0"/>
              <a:t>‹nº›</a:t>
            </a:fld>
            <a:endParaRPr lang="pt-BR"/>
          </a:p>
        </p:txBody>
      </p:sp>
    </p:spTree>
    <p:extLst>
      <p:ext uri="{BB962C8B-B14F-4D97-AF65-F5344CB8AC3E}">
        <p14:creationId xmlns:p14="http://schemas.microsoft.com/office/powerpoint/2010/main" val="1355140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655082" y="3191514"/>
            <a:ext cx="8281035" cy="5325109"/>
          </a:xfrm>
        </p:spPr>
        <p:txBody>
          <a:bodyPr anchor="b"/>
          <a:lstStyle>
            <a:lvl1pPr>
              <a:defRPr sz="6300"/>
            </a:lvl1pPr>
          </a:lstStyle>
          <a:p>
            <a:r>
              <a:rPr lang="pt-BR"/>
              <a:t>Clique para editar o título Mestre</a:t>
            </a:r>
            <a:endParaRPr lang="en-US" dirty="0"/>
          </a:p>
        </p:txBody>
      </p:sp>
      <p:sp>
        <p:nvSpPr>
          <p:cNvPr id="3" name="Text Placeholder 2"/>
          <p:cNvSpPr>
            <a:spLocks noGrp="1"/>
          </p:cNvSpPr>
          <p:nvPr>
            <p:ph type="body" idx="1"/>
          </p:nvPr>
        </p:nvSpPr>
        <p:spPr>
          <a:xfrm>
            <a:off x="655082" y="8567000"/>
            <a:ext cx="8281035" cy="2800349"/>
          </a:xfrm>
        </p:spPr>
        <p:txBody>
          <a:bodyPr/>
          <a:lstStyle>
            <a:lvl1pPr marL="0" indent="0">
              <a:buNone/>
              <a:defRPr sz="2520">
                <a:solidFill>
                  <a:schemeClr val="tx1">
                    <a:tint val="82000"/>
                  </a:schemeClr>
                </a:solidFill>
              </a:defRPr>
            </a:lvl1pPr>
            <a:lvl2pPr marL="480060" indent="0">
              <a:buNone/>
              <a:defRPr sz="2100">
                <a:solidFill>
                  <a:schemeClr val="tx1">
                    <a:tint val="82000"/>
                  </a:schemeClr>
                </a:solidFill>
              </a:defRPr>
            </a:lvl2pPr>
            <a:lvl3pPr marL="960120" indent="0">
              <a:buNone/>
              <a:defRPr sz="1890">
                <a:solidFill>
                  <a:schemeClr val="tx1">
                    <a:tint val="82000"/>
                  </a:schemeClr>
                </a:solidFill>
              </a:defRPr>
            </a:lvl3pPr>
            <a:lvl4pPr marL="1440180" indent="0">
              <a:buNone/>
              <a:defRPr sz="1680">
                <a:solidFill>
                  <a:schemeClr val="tx1">
                    <a:tint val="82000"/>
                  </a:schemeClr>
                </a:solidFill>
              </a:defRPr>
            </a:lvl4pPr>
            <a:lvl5pPr marL="1920240" indent="0">
              <a:buNone/>
              <a:defRPr sz="1680">
                <a:solidFill>
                  <a:schemeClr val="tx1">
                    <a:tint val="82000"/>
                  </a:schemeClr>
                </a:solidFill>
              </a:defRPr>
            </a:lvl5pPr>
            <a:lvl6pPr marL="2400300" indent="0">
              <a:buNone/>
              <a:defRPr sz="1680">
                <a:solidFill>
                  <a:schemeClr val="tx1">
                    <a:tint val="82000"/>
                  </a:schemeClr>
                </a:solidFill>
              </a:defRPr>
            </a:lvl6pPr>
            <a:lvl7pPr marL="2880360" indent="0">
              <a:buNone/>
              <a:defRPr sz="1680">
                <a:solidFill>
                  <a:schemeClr val="tx1">
                    <a:tint val="82000"/>
                  </a:schemeClr>
                </a:solidFill>
              </a:defRPr>
            </a:lvl7pPr>
            <a:lvl8pPr marL="3360420" indent="0">
              <a:buNone/>
              <a:defRPr sz="1680">
                <a:solidFill>
                  <a:schemeClr val="tx1">
                    <a:tint val="82000"/>
                  </a:schemeClr>
                </a:solidFill>
              </a:defRPr>
            </a:lvl8pPr>
            <a:lvl9pPr marL="3840480" indent="0">
              <a:buNone/>
              <a:defRPr sz="1680">
                <a:solidFill>
                  <a:schemeClr val="tx1">
                    <a:tint val="82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F3741611-06A1-473E-BD7A-556A92C54AF3}" type="datetime1">
              <a:rPr lang="pt-BR" smtClean="0"/>
              <a:t>15/11/2025</a:t>
            </a:fld>
            <a:endParaRPr lang="pt-BR"/>
          </a:p>
        </p:txBody>
      </p:sp>
      <p:sp>
        <p:nvSpPr>
          <p:cNvPr id="5" name="Footer Placeholder 4"/>
          <p:cNvSpPr>
            <a:spLocks noGrp="1"/>
          </p:cNvSpPr>
          <p:nvPr>
            <p:ph type="ftr" sz="quarter" idx="11"/>
          </p:nvPr>
        </p:nvSpPr>
        <p:spPr/>
        <p:txBody>
          <a:bodyPr/>
          <a:lstStyle/>
          <a:p>
            <a:r>
              <a:rPr lang="pt-BR"/>
              <a:t>A TORRE NEGRA - SABRINA S. MACHADO</a:t>
            </a:r>
          </a:p>
        </p:txBody>
      </p:sp>
      <p:sp>
        <p:nvSpPr>
          <p:cNvPr id="6" name="Slide Number Placeholder 5"/>
          <p:cNvSpPr>
            <a:spLocks noGrp="1"/>
          </p:cNvSpPr>
          <p:nvPr>
            <p:ph type="sldNum" sz="quarter" idx="12"/>
          </p:nvPr>
        </p:nvSpPr>
        <p:spPr/>
        <p:txBody>
          <a:bodyPr/>
          <a:lstStyle/>
          <a:p>
            <a:fld id="{98F48E61-6D67-44DB-8C8F-E189F04FFFB1}" type="slidenum">
              <a:rPr lang="pt-BR" smtClean="0"/>
              <a:t>‹nº›</a:t>
            </a:fld>
            <a:endParaRPr lang="pt-BR"/>
          </a:p>
        </p:txBody>
      </p:sp>
    </p:spTree>
    <p:extLst>
      <p:ext uri="{BB962C8B-B14F-4D97-AF65-F5344CB8AC3E}">
        <p14:creationId xmlns:p14="http://schemas.microsoft.com/office/powerpoint/2010/main" val="171461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660083" y="3407833"/>
            <a:ext cx="4080510" cy="81224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4860608" y="3407833"/>
            <a:ext cx="4080510" cy="81224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427D5CDF-99BF-4939-A7A0-2B39900FBD3F}" type="datetime1">
              <a:rPr lang="pt-BR" smtClean="0"/>
              <a:t>15/11/2025</a:t>
            </a:fld>
            <a:endParaRPr lang="pt-BR"/>
          </a:p>
        </p:txBody>
      </p:sp>
      <p:sp>
        <p:nvSpPr>
          <p:cNvPr id="6" name="Footer Placeholder 5"/>
          <p:cNvSpPr>
            <a:spLocks noGrp="1"/>
          </p:cNvSpPr>
          <p:nvPr>
            <p:ph type="ftr" sz="quarter" idx="11"/>
          </p:nvPr>
        </p:nvSpPr>
        <p:spPr/>
        <p:txBody>
          <a:bodyPr/>
          <a:lstStyle/>
          <a:p>
            <a:r>
              <a:rPr lang="pt-BR"/>
              <a:t>A TORRE NEGRA - SABRINA S. MACHADO</a:t>
            </a:r>
          </a:p>
        </p:txBody>
      </p:sp>
      <p:sp>
        <p:nvSpPr>
          <p:cNvPr id="7" name="Slide Number Placeholder 6"/>
          <p:cNvSpPr>
            <a:spLocks noGrp="1"/>
          </p:cNvSpPr>
          <p:nvPr>
            <p:ph type="sldNum" sz="quarter" idx="12"/>
          </p:nvPr>
        </p:nvSpPr>
        <p:spPr/>
        <p:txBody>
          <a:bodyPr/>
          <a:lstStyle/>
          <a:p>
            <a:fld id="{98F48E61-6D67-44DB-8C8F-E189F04FFFB1}" type="slidenum">
              <a:rPr lang="pt-BR" smtClean="0"/>
              <a:t>‹nº›</a:t>
            </a:fld>
            <a:endParaRPr lang="pt-BR"/>
          </a:p>
        </p:txBody>
      </p:sp>
    </p:spTree>
    <p:extLst>
      <p:ext uri="{BB962C8B-B14F-4D97-AF65-F5344CB8AC3E}">
        <p14:creationId xmlns:p14="http://schemas.microsoft.com/office/powerpoint/2010/main" val="1989507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661333" y="681570"/>
            <a:ext cx="8281035" cy="2474384"/>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661334" y="3138171"/>
            <a:ext cx="4061757"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pt-BR"/>
              <a:t>Clique para editar os estilos de texto Mestres</a:t>
            </a:r>
          </a:p>
        </p:txBody>
      </p:sp>
      <p:sp>
        <p:nvSpPr>
          <p:cNvPr id="4" name="Content Placeholder 3"/>
          <p:cNvSpPr>
            <a:spLocks noGrp="1"/>
          </p:cNvSpPr>
          <p:nvPr>
            <p:ph sz="half" idx="2"/>
          </p:nvPr>
        </p:nvSpPr>
        <p:spPr>
          <a:xfrm>
            <a:off x="661334" y="4676140"/>
            <a:ext cx="4061757" cy="68778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4860608" y="3138171"/>
            <a:ext cx="4081761"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pt-BR"/>
              <a:t>Clique para editar os estilos de texto Mestres</a:t>
            </a:r>
          </a:p>
        </p:txBody>
      </p:sp>
      <p:sp>
        <p:nvSpPr>
          <p:cNvPr id="6" name="Content Placeholder 5"/>
          <p:cNvSpPr>
            <a:spLocks noGrp="1"/>
          </p:cNvSpPr>
          <p:nvPr>
            <p:ph sz="quarter" idx="4"/>
          </p:nvPr>
        </p:nvSpPr>
        <p:spPr>
          <a:xfrm>
            <a:off x="4860608" y="4676140"/>
            <a:ext cx="4081761" cy="68778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01DCE0D9-A17A-4366-A374-C43552B894CE}" type="datetime1">
              <a:rPr lang="pt-BR" smtClean="0"/>
              <a:t>15/11/2025</a:t>
            </a:fld>
            <a:endParaRPr lang="pt-BR"/>
          </a:p>
        </p:txBody>
      </p:sp>
      <p:sp>
        <p:nvSpPr>
          <p:cNvPr id="8" name="Footer Placeholder 7"/>
          <p:cNvSpPr>
            <a:spLocks noGrp="1"/>
          </p:cNvSpPr>
          <p:nvPr>
            <p:ph type="ftr" sz="quarter" idx="11"/>
          </p:nvPr>
        </p:nvSpPr>
        <p:spPr/>
        <p:txBody>
          <a:bodyPr/>
          <a:lstStyle/>
          <a:p>
            <a:r>
              <a:rPr lang="pt-BR"/>
              <a:t>A TORRE NEGRA - SABRINA S. MACHADO</a:t>
            </a:r>
          </a:p>
        </p:txBody>
      </p:sp>
      <p:sp>
        <p:nvSpPr>
          <p:cNvPr id="9" name="Slide Number Placeholder 8"/>
          <p:cNvSpPr>
            <a:spLocks noGrp="1"/>
          </p:cNvSpPr>
          <p:nvPr>
            <p:ph type="sldNum" sz="quarter" idx="12"/>
          </p:nvPr>
        </p:nvSpPr>
        <p:spPr/>
        <p:txBody>
          <a:bodyPr/>
          <a:lstStyle/>
          <a:p>
            <a:fld id="{98F48E61-6D67-44DB-8C8F-E189F04FFFB1}" type="slidenum">
              <a:rPr lang="pt-BR" smtClean="0"/>
              <a:t>‹nº›</a:t>
            </a:fld>
            <a:endParaRPr lang="pt-BR"/>
          </a:p>
        </p:txBody>
      </p:sp>
    </p:spTree>
    <p:extLst>
      <p:ext uri="{BB962C8B-B14F-4D97-AF65-F5344CB8AC3E}">
        <p14:creationId xmlns:p14="http://schemas.microsoft.com/office/powerpoint/2010/main" val="112621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3D97D978-0157-4C2F-AB26-1E72B84A0397}" type="datetime1">
              <a:rPr lang="pt-BR" smtClean="0"/>
              <a:t>15/11/2025</a:t>
            </a:fld>
            <a:endParaRPr lang="pt-BR"/>
          </a:p>
        </p:txBody>
      </p:sp>
      <p:sp>
        <p:nvSpPr>
          <p:cNvPr id="4" name="Footer Placeholder 3"/>
          <p:cNvSpPr>
            <a:spLocks noGrp="1"/>
          </p:cNvSpPr>
          <p:nvPr>
            <p:ph type="ftr" sz="quarter" idx="11"/>
          </p:nvPr>
        </p:nvSpPr>
        <p:spPr/>
        <p:txBody>
          <a:bodyPr/>
          <a:lstStyle/>
          <a:p>
            <a:r>
              <a:rPr lang="pt-BR"/>
              <a:t>A TORRE NEGRA - SABRINA S. MACHADO</a:t>
            </a:r>
          </a:p>
        </p:txBody>
      </p:sp>
      <p:sp>
        <p:nvSpPr>
          <p:cNvPr id="5" name="Slide Number Placeholder 4"/>
          <p:cNvSpPr>
            <a:spLocks noGrp="1"/>
          </p:cNvSpPr>
          <p:nvPr>
            <p:ph type="sldNum" sz="quarter" idx="12"/>
          </p:nvPr>
        </p:nvSpPr>
        <p:spPr/>
        <p:txBody>
          <a:bodyPr/>
          <a:lstStyle/>
          <a:p>
            <a:fld id="{98F48E61-6D67-44DB-8C8F-E189F04FFFB1}" type="slidenum">
              <a:rPr lang="pt-BR" smtClean="0"/>
              <a:t>‹nº›</a:t>
            </a:fld>
            <a:endParaRPr lang="pt-BR"/>
          </a:p>
        </p:txBody>
      </p:sp>
    </p:spTree>
    <p:extLst>
      <p:ext uri="{BB962C8B-B14F-4D97-AF65-F5344CB8AC3E}">
        <p14:creationId xmlns:p14="http://schemas.microsoft.com/office/powerpoint/2010/main" val="3711106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5C6B33-266A-4930-815B-D9BEAC0C813D}" type="datetime1">
              <a:rPr lang="pt-BR" smtClean="0"/>
              <a:t>15/11/2025</a:t>
            </a:fld>
            <a:endParaRPr lang="pt-BR"/>
          </a:p>
        </p:txBody>
      </p:sp>
      <p:sp>
        <p:nvSpPr>
          <p:cNvPr id="3" name="Footer Placeholder 2"/>
          <p:cNvSpPr>
            <a:spLocks noGrp="1"/>
          </p:cNvSpPr>
          <p:nvPr>
            <p:ph type="ftr" sz="quarter" idx="11"/>
          </p:nvPr>
        </p:nvSpPr>
        <p:spPr/>
        <p:txBody>
          <a:bodyPr/>
          <a:lstStyle/>
          <a:p>
            <a:r>
              <a:rPr lang="pt-BR"/>
              <a:t>A TORRE NEGRA - SABRINA S. MACHADO</a:t>
            </a:r>
          </a:p>
        </p:txBody>
      </p:sp>
      <p:sp>
        <p:nvSpPr>
          <p:cNvPr id="4" name="Slide Number Placeholder 3"/>
          <p:cNvSpPr>
            <a:spLocks noGrp="1"/>
          </p:cNvSpPr>
          <p:nvPr>
            <p:ph type="sldNum" sz="quarter" idx="12"/>
          </p:nvPr>
        </p:nvSpPr>
        <p:spPr/>
        <p:txBody>
          <a:bodyPr/>
          <a:lstStyle/>
          <a:p>
            <a:fld id="{98F48E61-6D67-44DB-8C8F-E189F04FFFB1}" type="slidenum">
              <a:rPr lang="pt-BR" smtClean="0"/>
              <a:t>‹nº›</a:t>
            </a:fld>
            <a:endParaRPr lang="pt-BR"/>
          </a:p>
        </p:txBody>
      </p:sp>
    </p:spTree>
    <p:extLst>
      <p:ext uri="{BB962C8B-B14F-4D97-AF65-F5344CB8AC3E}">
        <p14:creationId xmlns:p14="http://schemas.microsoft.com/office/powerpoint/2010/main" val="2322246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pt-BR"/>
              <a:t>Clique para editar o título Mestre</a:t>
            </a:r>
            <a:endParaRPr lang="en-US" dirty="0"/>
          </a:p>
        </p:txBody>
      </p:sp>
      <p:sp>
        <p:nvSpPr>
          <p:cNvPr id="3" name="Content Placeholder 2"/>
          <p:cNvSpPr>
            <a:spLocks noGrp="1"/>
          </p:cNvSpPr>
          <p:nvPr>
            <p:ph idx="1"/>
          </p:nvPr>
        </p:nvSpPr>
        <p:spPr>
          <a:xfrm>
            <a:off x="4081760" y="1843196"/>
            <a:ext cx="4860608" cy="9097433"/>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2BD494CA-78D6-4FE5-A0DE-A768A0F0325D}" type="datetime1">
              <a:rPr lang="pt-BR" smtClean="0"/>
              <a:t>15/11/2025</a:t>
            </a:fld>
            <a:endParaRPr lang="pt-BR"/>
          </a:p>
        </p:txBody>
      </p:sp>
      <p:sp>
        <p:nvSpPr>
          <p:cNvPr id="6" name="Footer Placeholder 5"/>
          <p:cNvSpPr>
            <a:spLocks noGrp="1"/>
          </p:cNvSpPr>
          <p:nvPr>
            <p:ph type="ftr" sz="quarter" idx="11"/>
          </p:nvPr>
        </p:nvSpPr>
        <p:spPr/>
        <p:txBody>
          <a:bodyPr/>
          <a:lstStyle/>
          <a:p>
            <a:r>
              <a:rPr lang="pt-BR"/>
              <a:t>A TORRE NEGRA - SABRINA S. MACHADO</a:t>
            </a:r>
          </a:p>
        </p:txBody>
      </p:sp>
      <p:sp>
        <p:nvSpPr>
          <p:cNvPr id="7" name="Slide Number Placeholder 6"/>
          <p:cNvSpPr>
            <a:spLocks noGrp="1"/>
          </p:cNvSpPr>
          <p:nvPr>
            <p:ph type="sldNum" sz="quarter" idx="12"/>
          </p:nvPr>
        </p:nvSpPr>
        <p:spPr/>
        <p:txBody>
          <a:bodyPr/>
          <a:lstStyle/>
          <a:p>
            <a:fld id="{98F48E61-6D67-44DB-8C8F-E189F04FFFB1}" type="slidenum">
              <a:rPr lang="pt-BR" smtClean="0"/>
              <a:t>‹nº›</a:t>
            </a:fld>
            <a:endParaRPr lang="pt-BR"/>
          </a:p>
        </p:txBody>
      </p:sp>
    </p:spTree>
    <p:extLst>
      <p:ext uri="{BB962C8B-B14F-4D97-AF65-F5344CB8AC3E}">
        <p14:creationId xmlns:p14="http://schemas.microsoft.com/office/powerpoint/2010/main" val="3611174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4081760" y="1843196"/>
            <a:ext cx="4860608" cy="9097433"/>
          </a:xfrm>
        </p:spPr>
        <p:txBody>
          <a:bodyPr anchor="t"/>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r>
              <a:rPr lang="pt-BR"/>
              <a:t>Clique no ícone para adicionar uma imagem</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AF250FDE-ACE4-4681-A111-1F3225DE3752}" type="datetime1">
              <a:rPr lang="pt-BR" smtClean="0"/>
              <a:t>15/11/2025</a:t>
            </a:fld>
            <a:endParaRPr lang="pt-BR"/>
          </a:p>
        </p:txBody>
      </p:sp>
      <p:sp>
        <p:nvSpPr>
          <p:cNvPr id="6" name="Footer Placeholder 5"/>
          <p:cNvSpPr>
            <a:spLocks noGrp="1"/>
          </p:cNvSpPr>
          <p:nvPr>
            <p:ph type="ftr" sz="quarter" idx="11"/>
          </p:nvPr>
        </p:nvSpPr>
        <p:spPr/>
        <p:txBody>
          <a:bodyPr/>
          <a:lstStyle/>
          <a:p>
            <a:r>
              <a:rPr lang="pt-BR"/>
              <a:t>A TORRE NEGRA - SABRINA S. MACHADO</a:t>
            </a:r>
          </a:p>
        </p:txBody>
      </p:sp>
      <p:sp>
        <p:nvSpPr>
          <p:cNvPr id="7" name="Slide Number Placeholder 6"/>
          <p:cNvSpPr>
            <a:spLocks noGrp="1"/>
          </p:cNvSpPr>
          <p:nvPr>
            <p:ph type="sldNum" sz="quarter" idx="12"/>
          </p:nvPr>
        </p:nvSpPr>
        <p:spPr/>
        <p:txBody>
          <a:bodyPr/>
          <a:lstStyle/>
          <a:p>
            <a:fld id="{98F48E61-6D67-44DB-8C8F-E189F04FFFB1}" type="slidenum">
              <a:rPr lang="pt-BR" smtClean="0"/>
              <a:t>‹nº›</a:t>
            </a:fld>
            <a:endParaRPr lang="pt-BR"/>
          </a:p>
        </p:txBody>
      </p:sp>
    </p:spTree>
    <p:extLst>
      <p:ext uri="{BB962C8B-B14F-4D97-AF65-F5344CB8AC3E}">
        <p14:creationId xmlns:p14="http://schemas.microsoft.com/office/powerpoint/2010/main" val="2147375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3623BDE-EC18-4136-A383-570763435262}" type="datetime1">
              <a:rPr lang="pt-BR" smtClean="0"/>
              <a:t>15/11/2025</a:t>
            </a:fld>
            <a:endParaRPr lang="pt-BR"/>
          </a:p>
        </p:txBody>
      </p:sp>
      <p:sp>
        <p:nvSpPr>
          <p:cNvPr id="5" name="Footer Placeholder 4"/>
          <p:cNvSpPr>
            <a:spLocks noGrp="1"/>
          </p:cNvSpPr>
          <p:nvPr>
            <p:ph type="ftr" sz="quarter" idx="11"/>
          </p:nvPr>
        </p:nvSpPr>
        <p:spPr/>
        <p:txBody>
          <a:bodyPr/>
          <a:lstStyle/>
          <a:p>
            <a:r>
              <a:rPr lang="pt-BR"/>
              <a:t>A TORRE NEGRA - SABRINA S. MACHADO</a:t>
            </a:r>
          </a:p>
        </p:txBody>
      </p:sp>
      <p:sp>
        <p:nvSpPr>
          <p:cNvPr id="6" name="Slide Number Placeholder 5"/>
          <p:cNvSpPr>
            <a:spLocks noGrp="1"/>
          </p:cNvSpPr>
          <p:nvPr>
            <p:ph type="sldNum" sz="quarter" idx="12"/>
          </p:nvPr>
        </p:nvSpPr>
        <p:spPr/>
        <p:txBody>
          <a:bodyPr/>
          <a:lstStyle/>
          <a:p>
            <a:fld id="{98F48E61-6D67-44DB-8C8F-E189F04FFFB1}" type="slidenum">
              <a:rPr lang="pt-BR" smtClean="0"/>
              <a:t>‹nº›</a:t>
            </a:fld>
            <a:endParaRPr lang="pt-BR"/>
          </a:p>
        </p:txBody>
      </p:sp>
    </p:spTree>
    <p:extLst>
      <p:ext uri="{BB962C8B-B14F-4D97-AF65-F5344CB8AC3E}">
        <p14:creationId xmlns:p14="http://schemas.microsoft.com/office/powerpoint/2010/main" val="725766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0859" y="681567"/>
            <a:ext cx="2070259" cy="10848764"/>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660083" y="681567"/>
            <a:ext cx="6090761" cy="10848764"/>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B1F9B53E-9057-40FF-B56C-B7AB0B17F1D0}" type="datetime1">
              <a:rPr lang="pt-BR" smtClean="0"/>
              <a:t>15/11/2025</a:t>
            </a:fld>
            <a:endParaRPr lang="pt-BR"/>
          </a:p>
        </p:txBody>
      </p:sp>
      <p:sp>
        <p:nvSpPr>
          <p:cNvPr id="5" name="Footer Placeholder 4"/>
          <p:cNvSpPr>
            <a:spLocks noGrp="1"/>
          </p:cNvSpPr>
          <p:nvPr>
            <p:ph type="ftr" sz="quarter" idx="11"/>
          </p:nvPr>
        </p:nvSpPr>
        <p:spPr/>
        <p:txBody>
          <a:bodyPr/>
          <a:lstStyle/>
          <a:p>
            <a:r>
              <a:rPr lang="pt-BR"/>
              <a:t>A TORRE NEGRA - SABRINA S. MACHADO</a:t>
            </a:r>
          </a:p>
        </p:txBody>
      </p:sp>
      <p:sp>
        <p:nvSpPr>
          <p:cNvPr id="6" name="Slide Number Placeholder 5"/>
          <p:cNvSpPr>
            <a:spLocks noGrp="1"/>
          </p:cNvSpPr>
          <p:nvPr>
            <p:ph type="sldNum" sz="quarter" idx="12"/>
          </p:nvPr>
        </p:nvSpPr>
        <p:spPr/>
        <p:txBody>
          <a:bodyPr/>
          <a:lstStyle/>
          <a:p>
            <a:fld id="{98F48E61-6D67-44DB-8C8F-E189F04FFFB1}" type="slidenum">
              <a:rPr lang="pt-BR" smtClean="0"/>
              <a:t>‹nº›</a:t>
            </a:fld>
            <a:endParaRPr lang="pt-BR"/>
          </a:p>
        </p:txBody>
      </p:sp>
    </p:spTree>
    <p:extLst>
      <p:ext uri="{BB962C8B-B14F-4D97-AF65-F5344CB8AC3E}">
        <p14:creationId xmlns:p14="http://schemas.microsoft.com/office/powerpoint/2010/main" val="929336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083" y="681570"/>
            <a:ext cx="8281035" cy="2474384"/>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660083" y="11865189"/>
            <a:ext cx="2160270" cy="681567"/>
          </a:xfrm>
          <a:prstGeom prst="rect">
            <a:avLst/>
          </a:prstGeom>
        </p:spPr>
        <p:txBody>
          <a:bodyPr vert="horz" lIns="91440" tIns="45720" rIns="91440" bIns="45720" rtlCol="0" anchor="ctr"/>
          <a:lstStyle>
            <a:lvl1pPr algn="l">
              <a:defRPr sz="1260">
                <a:solidFill>
                  <a:schemeClr val="tx1">
                    <a:tint val="82000"/>
                  </a:schemeClr>
                </a:solidFill>
              </a:defRPr>
            </a:lvl1pPr>
          </a:lstStyle>
          <a:p>
            <a:fld id="{21B8B64E-EA65-4536-BBDA-3B6BA2EC2296}" type="datetime1">
              <a:rPr lang="pt-BR" smtClean="0"/>
              <a:t>15/11/2025</a:t>
            </a:fld>
            <a:endParaRPr lang="pt-BR"/>
          </a:p>
        </p:txBody>
      </p:sp>
      <p:sp>
        <p:nvSpPr>
          <p:cNvPr id="5" name="Footer Placeholder 4"/>
          <p:cNvSpPr>
            <a:spLocks noGrp="1"/>
          </p:cNvSpPr>
          <p:nvPr>
            <p:ph type="ftr" sz="quarter" idx="3"/>
          </p:nvPr>
        </p:nvSpPr>
        <p:spPr>
          <a:xfrm>
            <a:off x="3180398" y="11865189"/>
            <a:ext cx="3240405" cy="681567"/>
          </a:xfrm>
          <a:prstGeom prst="rect">
            <a:avLst/>
          </a:prstGeom>
        </p:spPr>
        <p:txBody>
          <a:bodyPr vert="horz" lIns="91440" tIns="45720" rIns="91440" bIns="45720" rtlCol="0" anchor="ctr"/>
          <a:lstStyle>
            <a:lvl1pPr algn="ctr">
              <a:defRPr sz="1260">
                <a:solidFill>
                  <a:schemeClr val="tx1">
                    <a:tint val="82000"/>
                  </a:schemeClr>
                </a:solidFill>
              </a:defRPr>
            </a:lvl1pPr>
          </a:lstStyle>
          <a:p>
            <a:r>
              <a:rPr lang="pt-BR"/>
              <a:t>A TORRE NEGRA - SABRINA S. MACHADO</a:t>
            </a:r>
          </a:p>
        </p:txBody>
      </p:sp>
      <p:sp>
        <p:nvSpPr>
          <p:cNvPr id="6" name="Slide Number Placeholder 5"/>
          <p:cNvSpPr>
            <a:spLocks noGrp="1"/>
          </p:cNvSpPr>
          <p:nvPr>
            <p:ph type="sldNum" sz="quarter" idx="4"/>
          </p:nvPr>
        </p:nvSpPr>
        <p:spPr>
          <a:xfrm>
            <a:off x="6780848" y="11865189"/>
            <a:ext cx="2160270" cy="681567"/>
          </a:xfrm>
          <a:prstGeom prst="rect">
            <a:avLst/>
          </a:prstGeom>
        </p:spPr>
        <p:txBody>
          <a:bodyPr vert="horz" lIns="91440" tIns="45720" rIns="91440" bIns="45720" rtlCol="0" anchor="ctr"/>
          <a:lstStyle>
            <a:lvl1pPr algn="r">
              <a:defRPr sz="1260">
                <a:solidFill>
                  <a:schemeClr val="tx1">
                    <a:tint val="82000"/>
                  </a:schemeClr>
                </a:solidFill>
              </a:defRPr>
            </a:lvl1pPr>
          </a:lstStyle>
          <a:p>
            <a:fld id="{98F48E61-6D67-44DB-8C8F-E189F04FFFB1}" type="slidenum">
              <a:rPr lang="pt-BR" smtClean="0"/>
              <a:t>‹nº›</a:t>
            </a:fld>
            <a:endParaRPr lang="pt-BR"/>
          </a:p>
        </p:txBody>
      </p:sp>
    </p:spTree>
    <p:extLst>
      <p:ext uri="{BB962C8B-B14F-4D97-AF65-F5344CB8AC3E}">
        <p14:creationId xmlns:p14="http://schemas.microsoft.com/office/powerpoint/2010/main" val="397358048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FE51AF-1CAC-0690-5A90-FBB2D52DDA6F}"/>
              </a:ext>
            </a:extLst>
          </p:cNvPr>
          <p:cNvSpPr>
            <a:spLocks noGrp="1"/>
          </p:cNvSpPr>
          <p:nvPr>
            <p:ph type="ctrTitle"/>
          </p:nvPr>
        </p:nvSpPr>
        <p:spPr/>
        <p:txBody>
          <a:bodyPr/>
          <a:lstStyle/>
          <a:p>
            <a:endParaRPr lang="pt-BR"/>
          </a:p>
        </p:txBody>
      </p:sp>
      <p:sp>
        <p:nvSpPr>
          <p:cNvPr id="3" name="Subtítulo 2">
            <a:extLst>
              <a:ext uri="{FF2B5EF4-FFF2-40B4-BE49-F238E27FC236}">
                <a16:creationId xmlns:a16="http://schemas.microsoft.com/office/drawing/2014/main" id="{D69DCA77-695B-E976-6750-475CCE7460F8}"/>
              </a:ext>
            </a:extLst>
          </p:cNvPr>
          <p:cNvSpPr>
            <a:spLocks noGrp="1"/>
          </p:cNvSpPr>
          <p:nvPr>
            <p:ph type="subTitle" idx="1"/>
          </p:nvPr>
        </p:nvSpPr>
        <p:spPr/>
        <p:txBody>
          <a:bodyPr/>
          <a:lstStyle/>
          <a:p>
            <a:endParaRPr lang="pt-BR"/>
          </a:p>
        </p:txBody>
      </p:sp>
      <p:pic>
        <p:nvPicPr>
          <p:cNvPr id="5" name="Imagem 4" descr="Imagem digital fictícia de personagem de desenho animado&#10;&#10;O conteúdo gerado por IA pode estar incorreto.">
            <a:extLst>
              <a:ext uri="{FF2B5EF4-FFF2-40B4-BE49-F238E27FC236}">
                <a16:creationId xmlns:a16="http://schemas.microsoft.com/office/drawing/2014/main" id="{35C0194B-0425-F9C0-BBCC-C7BD80A5E6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01200" cy="12801600"/>
          </a:xfrm>
          <a:prstGeom prst="rect">
            <a:avLst/>
          </a:prstGeom>
        </p:spPr>
      </p:pic>
      <p:sp>
        <p:nvSpPr>
          <p:cNvPr id="6" name="Espaço Reservado para Rodapé 5">
            <a:extLst>
              <a:ext uri="{FF2B5EF4-FFF2-40B4-BE49-F238E27FC236}">
                <a16:creationId xmlns:a16="http://schemas.microsoft.com/office/drawing/2014/main" id="{A3C38E5F-4397-B8C1-4E06-58302EB23A07}"/>
              </a:ext>
            </a:extLst>
          </p:cNvPr>
          <p:cNvSpPr>
            <a:spLocks noGrp="1"/>
          </p:cNvSpPr>
          <p:nvPr>
            <p:ph type="ftr" sz="quarter" idx="11"/>
          </p:nvPr>
        </p:nvSpPr>
        <p:spPr/>
        <p:txBody>
          <a:bodyPr/>
          <a:lstStyle/>
          <a:p>
            <a:r>
              <a:rPr lang="pt-BR" dirty="0"/>
              <a:t>A TORRE NEGRA - SABRINA S. MACHADO</a:t>
            </a:r>
          </a:p>
        </p:txBody>
      </p:sp>
      <p:sp>
        <p:nvSpPr>
          <p:cNvPr id="7" name="Espaço Reservado para Número de Slide 6">
            <a:extLst>
              <a:ext uri="{FF2B5EF4-FFF2-40B4-BE49-F238E27FC236}">
                <a16:creationId xmlns:a16="http://schemas.microsoft.com/office/drawing/2014/main" id="{8A0C6838-1CCF-3092-3179-3D80B2407456}"/>
              </a:ext>
            </a:extLst>
          </p:cNvPr>
          <p:cNvSpPr>
            <a:spLocks noGrp="1"/>
          </p:cNvSpPr>
          <p:nvPr>
            <p:ph type="sldNum" sz="quarter" idx="12"/>
          </p:nvPr>
        </p:nvSpPr>
        <p:spPr/>
        <p:txBody>
          <a:bodyPr/>
          <a:lstStyle/>
          <a:p>
            <a:fld id="{98F48E61-6D67-44DB-8C8F-E189F04FFFB1}" type="slidenum">
              <a:rPr lang="pt-BR" smtClean="0"/>
              <a:t>1</a:t>
            </a:fld>
            <a:endParaRPr lang="pt-BR" dirty="0"/>
          </a:p>
        </p:txBody>
      </p:sp>
    </p:spTree>
    <p:extLst>
      <p:ext uri="{BB962C8B-B14F-4D97-AF65-F5344CB8AC3E}">
        <p14:creationId xmlns:p14="http://schemas.microsoft.com/office/powerpoint/2010/main" val="2668927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86D7CC0D-032A-EC49-C385-EACB51C48BDA}"/>
              </a:ext>
            </a:extLst>
          </p:cNvPr>
          <p:cNvSpPr txBox="1"/>
          <p:nvPr/>
        </p:nvSpPr>
        <p:spPr>
          <a:xfrm>
            <a:off x="857250" y="398205"/>
            <a:ext cx="7962899" cy="11664732"/>
          </a:xfrm>
          <a:prstGeom prst="rect">
            <a:avLst/>
          </a:prstGeom>
          <a:noFill/>
        </p:spPr>
        <p:txBody>
          <a:bodyPr wrap="square" rtlCol="0">
            <a:spAutoFit/>
          </a:bodyPr>
          <a:lstStyle/>
          <a:p>
            <a:r>
              <a:rPr lang="pt-BR" sz="4000" dirty="0">
                <a:latin typeface="Impact" panose="020B0806030902050204" pitchFamily="34" charset="0"/>
                <a:ea typeface="Calibri" panose="020F0502020204030204" pitchFamily="34" charset="0"/>
                <a:cs typeface="Calibri" panose="020F0502020204030204" pitchFamily="34" charset="0"/>
              </a:rPr>
              <a:t>Introdução — Onde a Névoa Nunca Dorme</a:t>
            </a:r>
            <a:endParaRPr lang="pt-BR" sz="2400" dirty="0">
              <a:latin typeface="Calibri" panose="020F0502020204030204" pitchFamily="34" charset="0"/>
              <a:ea typeface="Calibri" panose="020F0502020204030204" pitchFamily="34" charset="0"/>
              <a:cs typeface="Calibri" panose="020F0502020204030204" pitchFamily="34" charset="0"/>
            </a:endParaRPr>
          </a:p>
          <a:p>
            <a:endParaRPr lang="pt-BR" sz="2400" dirty="0">
              <a:latin typeface="Calibri" panose="020F0502020204030204" pitchFamily="34" charset="0"/>
              <a:ea typeface="Calibri" panose="020F0502020204030204" pitchFamily="34" charset="0"/>
              <a:cs typeface="Calibri" panose="020F0502020204030204" pitchFamily="34" charset="0"/>
            </a:endParaRPr>
          </a:p>
          <a:p>
            <a:r>
              <a:rPr lang="pt-BR" sz="2400" dirty="0">
                <a:latin typeface="Calibri" panose="020F0502020204030204" pitchFamily="34" charset="0"/>
                <a:ea typeface="Calibri" panose="020F0502020204030204" pitchFamily="34" charset="0"/>
                <a:cs typeface="Calibri" panose="020F0502020204030204" pitchFamily="34" charset="0"/>
              </a:rPr>
              <a:t>Há lugares que não pertencem ao mundo dos vivos, embora estejam nele. </a:t>
            </a:r>
            <a:r>
              <a:rPr lang="pt-BR" sz="2400" dirty="0" err="1">
                <a:latin typeface="Calibri" panose="020F0502020204030204" pitchFamily="34" charset="0"/>
                <a:ea typeface="Calibri" panose="020F0502020204030204" pitchFamily="34" charset="0"/>
                <a:cs typeface="Calibri" panose="020F0502020204030204" pitchFamily="34" charset="0"/>
              </a:rPr>
              <a:t>Varnholt</a:t>
            </a:r>
            <a:r>
              <a:rPr lang="pt-BR" sz="2400" dirty="0">
                <a:latin typeface="Calibri" panose="020F0502020204030204" pitchFamily="34" charset="0"/>
                <a:ea typeface="Calibri" panose="020F0502020204030204" pitchFamily="34" charset="0"/>
                <a:cs typeface="Calibri" panose="020F0502020204030204" pitchFamily="34" charset="0"/>
              </a:rPr>
              <a:t> é um desses lugares. Escondida entre montanhas esquecidas e vales que ninguém ousa nomear, </a:t>
            </a:r>
            <a:r>
              <a:rPr lang="pt-BR" sz="2400" dirty="0" err="1">
                <a:latin typeface="Calibri" panose="020F0502020204030204" pitchFamily="34" charset="0"/>
                <a:ea typeface="Calibri" panose="020F0502020204030204" pitchFamily="34" charset="0"/>
                <a:cs typeface="Calibri" panose="020F0502020204030204" pitchFamily="34" charset="0"/>
              </a:rPr>
              <a:t>Varnholt</a:t>
            </a:r>
            <a:r>
              <a:rPr lang="pt-BR" sz="2400" dirty="0">
                <a:latin typeface="Calibri" panose="020F0502020204030204" pitchFamily="34" charset="0"/>
                <a:ea typeface="Calibri" panose="020F0502020204030204" pitchFamily="34" charset="0"/>
                <a:cs typeface="Calibri" panose="020F0502020204030204" pitchFamily="34" charset="0"/>
              </a:rPr>
              <a:t> é uma cidade que respira silêncio. Suas casas de pedra escurecida parecem observar quem passa. As ruas são estreitas, tortuosas, como se tivessem sido desenhadas por mãos febris. O tempo ali não corre — ele rasteja. Mas o que realmente define </a:t>
            </a:r>
            <a:r>
              <a:rPr lang="pt-BR" sz="2400" dirty="0" err="1">
                <a:latin typeface="Calibri" panose="020F0502020204030204" pitchFamily="34" charset="0"/>
                <a:ea typeface="Calibri" panose="020F0502020204030204" pitchFamily="34" charset="0"/>
                <a:cs typeface="Calibri" panose="020F0502020204030204" pitchFamily="34" charset="0"/>
              </a:rPr>
              <a:t>Varnholt</a:t>
            </a:r>
            <a:r>
              <a:rPr lang="pt-BR" sz="2400" dirty="0">
                <a:latin typeface="Calibri" panose="020F0502020204030204" pitchFamily="34" charset="0"/>
                <a:ea typeface="Calibri" panose="020F0502020204030204" pitchFamily="34" charset="0"/>
                <a:cs typeface="Calibri" panose="020F0502020204030204" pitchFamily="34" charset="0"/>
              </a:rPr>
              <a:t> não são seus muros ou seus sinos enferrujados. É o que repousa além dela: a Floresta Negra. A floresta é viva. Não como as outras. Ela pulsa. Ela escuta. Ela corrompe. Dizem que quem entra nela leva consigo algo puro — e volta com algo quebrado. A névoa que a cobre nunca se dissipa. Ela se agarra à pele, aos ossos, aos pensamentos. E no coração dessa floresta, ergue-se a Torre Negra. A torre não tem janelas. Não tem portas. Não tem tempo. Ela apenas está. Como um segredo que ninguém quer descobrir, mas que todos sentem. Alguns dizem que ela foi construída por reis enlouquecidos. Outros, que ela nasceu do próprio solo, como um tumor. Mas todos concordam em uma coisa: ela chama. E foi esse chamado que Karl Borg atendeu. Nascido em </a:t>
            </a:r>
            <a:r>
              <a:rPr lang="pt-BR" sz="2400" dirty="0" err="1">
                <a:latin typeface="Calibri" panose="020F0502020204030204" pitchFamily="34" charset="0"/>
                <a:ea typeface="Calibri" panose="020F0502020204030204" pitchFamily="34" charset="0"/>
                <a:cs typeface="Calibri" panose="020F0502020204030204" pitchFamily="34" charset="0"/>
              </a:rPr>
              <a:t>Varnholt</a:t>
            </a:r>
            <a:r>
              <a:rPr lang="pt-BR" sz="2400" dirty="0">
                <a:latin typeface="Calibri" panose="020F0502020204030204" pitchFamily="34" charset="0"/>
                <a:ea typeface="Calibri" panose="020F0502020204030204" pitchFamily="34" charset="0"/>
                <a:cs typeface="Calibri" panose="020F0502020204030204" pitchFamily="34" charset="0"/>
              </a:rPr>
              <a:t>, moldado pela floresta, tocado pela torre — Karl não é apenas um homem. Ele é o reflexo do que acontece quando a escuridão encontra propósito. Um assassino. Um guardião. Um mistério. Esta é sua história. Mas cuidado: ao virar estas páginas, você também estará entrando na floresta. E nem todos voltam.</a:t>
            </a:r>
            <a:endParaRPr lang="pt-BR" dirty="0"/>
          </a:p>
        </p:txBody>
      </p:sp>
      <p:sp>
        <p:nvSpPr>
          <p:cNvPr id="5" name="Retângulo 4">
            <a:extLst>
              <a:ext uri="{FF2B5EF4-FFF2-40B4-BE49-F238E27FC236}">
                <a16:creationId xmlns:a16="http://schemas.microsoft.com/office/drawing/2014/main" id="{2037053A-98BF-4CD7-B78D-8414C37C23C4}"/>
              </a:ext>
            </a:extLst>
          </p:cNvPr>
          <p:cNvSpPr/>
          <p:nvPr/>
        </p:nvSpPr>
        <p:spPr>
          <a:xfrm>
            <a:off x="703327" y="0"/>
            <a:ext cx="155448" cy="1060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a:extLst>
              <a:ext uri="{FF2B5EF4-FFF2-40B4-BE49-F238E27FC236}">
                <a16:creationId xmlns:a16="http://schemas.microsoft.com/office/drawing/2014/main" id="{21990CDF-99C8-E3C2-7CA0-2FB4E46CE514}"/>
              </a:ext>
            </a:extLst>
          </p:cNvPr>
          <p:cNvSpPr>
            <a:spLocks noGrp="1"/>
          </p:cNvSpPr>
          <p:nvPr>
            <p:ph type="ftr" sz="quarter" idx="11"/>
          </p:nvPr>
        </p:nvSpPr>
        <p:spPr/>
        <p:txBody>
          <a:bodyPr/>
          <a:lstStyle/>
          <a:p>
            <a:r>
              <a:rPr lang="pt-BR"/>
              <a:t>A TORRE NEGRA - SABRINA S. MACHADO</a:t>
            </a:r>
          </a:p>
        </p:txBody>
      </p:sp>
      <p:sp>
        <p:nvSpPr>
          <p:cNvPr id="7" name="Espaço Reservado para Número de Slide 6">
            <a:extLst>
              <a:ext uri="{FF2B5EF4-FFF2-40B4-BE49-F238E27FC236}">
                <a16:creationId xmlns:a16="http://schemas.microsoft.com/office/drawing/2014/main" id="{2677CC8B-6B0F-23A5-C710-86A50741575A}"/>
              </a:ext>
            </a:extLst>
          </p:cNvPr>
          <p:cNvSpPr>
            <a:spLocks noGrp="1"/>
          </p:cNvSpPr>
          <p:nvPr>
            <p:ph type="sldNum" sz="quarter" idx="12"/>
          </p:nvPr>
        </p:nvSpPr>
        <p:spPr/>
        <p:txBody>
          <a:bodyPr/>
          <a:lstStyle/>
          <a:p>
            <a:fld id="{98F48E61-6D67-44DB-8C8F-E189F04FFFB1}" type="slidenum">
              <a:rPr lang="pt-BR" smtClean="0"/>
              <a:t>2</a:t>
            </a:fld>
            <a:endParaRPr lang="pt-BR"/>
          </a:p>
        </p:txBody>
      </p:sp>
    </p:spTree>
    <p:extLst>
      <p:ext uri="{BB962C8B-B14F-4D97-AF65-F5344CB8AC3E}">
        <p14:creationId xmlns:p14="http://schemas.microsoft.com/office/powerpoint/2010/main" val="196968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B4C26E1C-60DA-9A32-03EB-486902DC1331}"/>
              </a:ext>
            </a:extLst>
          </p:cNvPr>
          <p:cNvSpPr/>
          <p:nvPr/>
        </p:nvSpPr>
        <p:spPr>
          <a:xfrm>
            <a:off x="0" y="-128016"/>
            <a:ext cx="9601200" cy="129296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C9E954D2-B103-2118-2658-34DF62BA7FDD}"/>
              </a:ext>
            </a:extLst>
          </p:cNvPr>
          <p:cNvSpPr txBox="1"/>
          <p:nvPr/>
        </p:nvSpPr>
        <p:spPr>
          <a:xfrm>
            <a:off x="201168" y="6766310"/>
            <a:ext cx="9400032" cy="3046988"/>
          </a:xfrm>
          <a:prstGeom prst="rect">
            <a:avLst/>
          </a:prstGeom>
          <a:noFill/>
        </p:spPr>
        <p:txBody>
          <a:bodyPr wrap="square" rtlCol="0">
            <a:spAutoFit/>
          </a:bodyPr>
          <a:lstStyle/>
          <a:p>
            <a:pPr algn="ctr"/>
            <a:r>
              <a:rPr lang="pt-BR" sz="9600" dirty="0">
                <a:solidFill>
                  <a:schemeClr val="bg1"/>
                </a:solidFill>
                <a:latin typeface="Impact" panose="020B0806030902050204" pitchFamily="34" charset="0"/>
              </a:rPr>
              <a:t>A Cidade de </a:t>
            </a:r>
            <a:r>
              <a:rPr lang="pt-BR" sz="9600" dirty="0" err="1">
                <a:solidFill>
                  <a:schemeClr val="bg1"/>
                </a:solidFill>
                <a:latin typeface="Impact" panose="020B0806030902050204" pitchFamily="34" charset="0"/>
              </a:rPr>
              <a:t>Varnholt</a:t>
            </a:r>
            <a:endParaRPr lang="pt-BR" sz="9600" dirty="0">
              <a:solidFill>
                <a:schemeClr val="bg1"/>
              </a:solidFill>
              <a:latin typeface="Impact" panose="020B0806030902050204" pitchFamily="34" charset="0"/>
            </a:endParaRPr>
          </a:p>
        </p:txBody>
      </p:sp>
      <p:sp>
        <p:nvSpPr>
          <p:cNvPr id="9" name="CaixaDeTexto 8">
            <a:extLst>
              <a:ext uri="{FF2B5EF4-FFF2-40B4-BE49-F238E27FC236}">
                <a16:creationId xmlns:a16="http://schemas.microsoft.com/office/drawing/2014/main" id="{1A11CFC1-D86D-FC1F-588D-3E0D1CF39CFC}"/>
              </a:ext>
            </a:extLst>
          </p:cNvPr>
          <p:cNvSpPr txBox="1"/>
          <p:nvPr/>
        </p:nvSpPr>
        <p:spPr>
          <a:xfrm>
            <a:off x="2249424" y="2988302"/>
            <a:ext cx="4809744" cy="3046988"/>
          </a:xfrm>
          <a:prstGeom prst="rect">
            <a:avLst/>
          </a:prstGeom>
          <a:noFill/>
        </p:spPr>
        <p:txBody>
          <a:bodyPr wrap="square">
            <a:spAutoFit/>
          </a:bodyPr>
          <a:lstStyle/>
          <a:p>
            <a:pPr algn="ctr"/>
            <a:r>
              <a:rPr lang="pt-BR" sz="9600" dirty="0">
                <a:solidFill>
                  <a:schemeClr val="bg1"/>
                </a:solidFill>
                <a:latin typeface="Impact" panose="020B0806030902050204" pitchFamily="34" charset="0"/>
              </a:rPr>
              <a:t>CAPÍTULO 1</a:t>
            </a:r>
          </a:p>
        </p:txBody>
      </p:sp>
      <p:sp>
        <p:nvSpPr>
          <p:cNvPr id="10" name="Espaço Reservado para Rodapé 9">
            <a:extLst>
              <a:ext uri="{FF2B5EF4-FFF2-40B4-BE49-F238E27FC236}">
                <a16:creationId xmlns:a16="http://schemas.microsoft.com/office/drawing/2014/main" id="{CB2DEDD9-4B5C-DA9E-7954-86B597687481}"/>
              </a:ext>
            </a:extLst>
          </p:cNvPr>
          <p:cNvSpPr>
            <a:spLocks noGrp="1"/>
          </p:cNvSpPr>
          <p:nvPr>
            <p:ph type="ftr" sz="quarter" idx="11"/>
          </p:nvPr>
        </p:nvSpPr>
        <p:spPr/>
        <p:txBody>
          <a:bodyPr/>
          <a:lstStyle/>
          <a:p>
            <a:r>
              <a:rPr lang="pt-BR"/>
              <a:t>A TORRE NEGRA - SABRINA S. MACHADO</a:t>
            </a:r>
          </a:p>
        </p:txBody>
      </p:sp>
      <p:sp>
        <p:nvSpPr>
          <p:cNvPr id="11" name="Espaço Reservado para Número de Slide 10">
            <a:extLst>
              <a:ext uri="{FF2B5EF4-FFF2-40B4-BE49-F238E27FC236}">
                <a16:creationId xmlns:a16="http://schemas.microsoft.com/office/drawing/2014/main" id="{15E3762A-2CCA-D392-4553-2B94AA240277}"/>
              </a:ext>
            </a:extLst>
          </p:cNvPr>
          <p:cNvSpPr>
            <a:spLocks noGrp="1"/>
          </p:cNvSpPr>
          <p:nvPr>
            <p:ph type="sldNum" sz="quarter" idx="12"/>
          </p:nvPr>
        </p:nvSpPr>
        <p:spPr/>
        <p:txBody>
          <a:bodyPr/>
          <a:lstStyle/>
          <a:p>
            <a:fld id="{98F48E61-6D67-44DB-8C8F-E189F04FFFB1}" type="slidenum">
              <a:rPr lang="pt-BR" smtClean="0"/>
              <a:t>3</a:t>
            </a:fld>
            <a:endParaRPr lang="pt-BR"/>
          </a:p>
        </p:txBody>
      </p:sp>
    </p:spTree>
    <p:extLst>
      <p:ext uri="{BB962C8B-B14F-4D97-AF65-F5344CB8AC3E}">
        <p14:creationId xmlns:p14="http://schemas.microsoft.com/office/powerpoint/2010/main" val="897865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0A315-2A2C-0E23-9617-0CE7C5BBD8B8}"/>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2CA68F65-E04A-A489-FACE-B86735B390A3}"/>
              </a:ext>
            </a:extLst>
          </p:cNvPr>
          <p:cNvSpPr txBox="1"/>
          <p:nvPr/>
        </p:nvSpPr>
        <p:spPr>
          <a:xfrm>
            <a:off x="658368" y="1243584"/>
            <a:ext cx="8123682" cy="11572399"/>
          </a:xfrm>
          <a:prstGeom prst="rect">
            <a:avLst/>
          </a:prstGeom>
          <a:noFill/>
        </p:spPr>
        <p:txBody>
          <a:bodyPr wrap="square" rtlCol="0">
            <a:spAutoFit/>
          </a:bodyPr>
          <a:lstStyle/>
          <a:p>
            <a:endParaRPr lang="pt-BR" sz="2400" dirty="0">
              <a:latin typeface="Calibri" panose="020F0502020204030204" pitchFamily="34" charset="0"/>
              <a:ea typeface="Calibri" panose="020F0502020204030204" pitchFamily="34" charset="0"/>
              <a:cs typeface="Calibri" panose="020F0502020204030204" pitchFamily="34" charset="0"/>
            </a:endParaRPr>
          </a:p>
          <a:p>
            <a:r>
              <a:rPr lang="pt-BR" sz="3200" dirty="0">
                <a:latin typeface="Calibri" panose="020F0502020204030204" pitchFamily="34" charset="0"/>
                <a:ea typeface="Calibri" panose="020F0502020204030204" pitchFamily="34" charset="0"/>
                <a:cs typeface="Calibri" panose="020F0502020204030204" pitchFamily="34" charset="0"/>
              </a:rPr>
              <a:t>🌑 Capítulo 1 — A Cidade de </a:t>
            </a:r>
            <a:r>
              <a:rPr lang="pt-BR" sz="3200" dirty="0" err="1">
                <a:latin typeface="Calibri" panose="020F0502020204030204" pitchFamily="34" charset="0"/>
                <a:ea typeface="Calibri" panose="020F0502020204030204" pitchFamily="34" charset="0"/>
                <a:cs typeface="Calibri" panose="020F0502020204030204" pitchFamily="34" charset="0"/>
              </a:rPr>
              <a:t>Varnholt</a:t>
            </a:r>
            <a:endParaRPr lang="pt-BR" sz="2400" dirty="0">
              <a:latin typeface="Calibri" panose="020F0502020204030204" pitchFamily="34" charset="0"/>
              <a:ea typeface="Calibri" panose="020F0502020204030204" pitchFamily="34" charset="0"/>
              <a:cs typeface="Calibri" panose="020F0502020204030204" pitchFamily="34" charset="0"/>
            </a:endParaRPr>
          </a:p>
          <a:p>
            <a:endParaRPr lang="pt-BR" sz="2400" dirty="0">
              <a:latin typeface="Calibri" panose="020F0502020204030204" pitchFamily="34" charset="0"/>
              <a:ea typeface="Calibri" panose="020F0502020204030204" pitchFamily="34" charset="0"/>
              <a:cs typeface="Calibri" panose="020F0502020204030204" pitchFamily="34" charset="0"/>
            </a:endParaRPr>
          </a:p>
          <a:p>
            <a:pPr lvl="1"/>
            <a:r>
              <a:rPr lang="pt-BR" sz="2400" dirty="0" err="1">
                <a:latin typeface="Calibri" panose="020F0502020204030204" pitchFamily="34" charset="0"/>
                <a:ea typeface="Calibri" panose="020F0502020204030204" pitchFamily="34" charset="0"/>
                <a:cs typeface="Calibri" panose="020F0502020204030204" pitchFamily="34" charset="0"/>
              </a:rPr>
              <a:t>Varnholt</a:t>
            </a:r>
            <a:r>
              <a:rPr lang="pt-BR" sz="2400" dirty="0">
                <a:latin typeface="Calibri" panose="020F0502020204030204" pitchFamily="34" charset="0"/>
                <a:ea typeface="Calibri" panose="020F0502020204030204" pitchFamily="34" charset="0"/>
                <a:cs typeface="Calibri" panose="020F0502020204030204" pitchFamily="34" charset="0"/>
              </a:rPr>
              <a:t> era uma cidade esquecida pelo tempo, cercada por muralhas de pedra gasta e telhados cobertos de musgo. Suas ruas estreitas serpenteavam entre construções tortas, onde o vento parecia sussurrar segredos antigos. O céu sobre </a:t>
            </a:r>
            <a:r>
              <a:rPr lang="pt-BR" sz="2400" dirty="0" err="1">
                <a:latin typeface="Calibri" panose="020F0502020204030204" pitchFamily="34" charset="0"/>
                <a:ea typeface="Calibri" panose="020F0502020204030204" pitchFamily="34" charset="0"/>
                <a:cs typeface="Calibri" panose="020F0502020204030204" pitchFamily="34" charset="0"/>
              </a:rPr>
              <a:t>Varnholt</a:t>
            </a:r>
            <a:r>
              <a:rPr lang="pt-BR" sz="2400" dirty="0">
                <a:latin typeface="Calibri" panose="020F0502020204030204" pitchFamily="34" charset="0"/>
                <a:ea typeface="Calibri" panose="020F0502020204030204" pitchFamily="34" charset="0"/>
                <a:cs typeface="Calibri" panose="020F0502020204030204" pitchFamily="34" charset="0"/>
              </a:rPr>
              <a:t> raramente se abria — nuvens densas e cinzentas pairavam como um presságio constante. Os sinos da igreja tocavam em horários incertos, e os moradores evitavam sair após o pôr do </a:t>
            </a:r>
            <a:r>
              <a:rPr lang="pt-BR" sz="2400" dirty="0" err="1">
                <a:latin typeface="Calibri" panose="020F0502020204030204" pitchFamily="34" charset="0"/>
                <a:ea typeface="Calibri" panose="020F0502020204030204" pitchFamily="34" charset="0"/>
                <a:cs typeface="Calibri" panose="020F0502020204030204" pitchFamily="34" charset="0"/>
              </a:rPr>
              <a:t>sol.Ao</a:t>
            </a:r>
            <a:r>
              <a:rPr lang="pt-BR" sz="2400" dirty="0">
                <a:latin typeface="Calibri" panose="020F0502020204030204" pitchFamily="34" charset="0"/>
                <a:ea typeface="Calibri" panose="020F0502020204030204" pitchFamily="34" charset="0"/>
                <a:cs typeface="Calibri" panose="020F0502020204030204" pitchFamily="34" charset="0"/>
              </a:rPr>
              <a:t> norte da cidade, além dos campos abandonados e das ruínas de um antigo cemitério, estendia-se a Floresta Negra — um lugar que não constava em mapas e que os mais velhos chamavam de “o véu entre os mundos”. A vegetação ali era espessa, sufocante, e a luz do dia mal tocava o solo. Quem entrava naquela floresta voltava... diferente. Alguns perdiam a fala. Outros, a sanidade. E alguns simplesmente não </a:t>
            </a:r>
            <a:r>
              <a:rPr lang="pt-BR" sz="2400" dirty="0" err="1">
                <a:latin typeface="Calibri" panose="020F0502020204030204" pitchFamily="34" charset="0"/>
                <a:ea typeface="Calibri" panose="020F0502020204030204" pitchFamily="34" charset="0"/>
                <a:cs typeface="Calibri" panose="020F0502020204030204" pitchFamily="34" charset="0"/>
              </a:rPr>
              <a:t>voltavam.Dizia</a:t>
            </a:r>
            <a:r>
              <a:rPr lang="pt-BR" sz="2400" dirty="0">
                <a:latin typeface="Calibri" panose="020F0502020204030204" pitchFamily="34" charset="0"/>
                <a:ea typeface="Calibri" panose="020F0502020204030204" pitchFamily="34" charset="0"/>
                <a:cs typeface="Calibri" panose="020F0502020204030204" pitchFamily="34" charset="0"/>
              </a:rPr>
              <a:t>-se que a floresta corrompia a alma. Que ela sussurrava promessas aos fracos, mostrava visões aos desesperados e oferecia poder aos ambiciosos. Era lá que ficava a Torre Negra — uma estrutura antiga, feita de pedra obsidiana, sem janelas, sem portas visíveis. Ela se erguia como um dedo apontando para o céu, envolta por uma névoa que jamais se dissipava. Ninguém sabia quem a construíra, nem por quê. Mas todos sabiam que ela chamava.</a:t>
            </a:r>
          </a:p>
          <a:p>
            <a:endParaRPr lang="pt-BR" sz="2400" dirty="0">
              <a:latin typeface="Calibri" panose="020F0502020204030204" pitchFamily="34" charset="0"/>
              <a:ea typeface="Calibri" panose="020F0502020204030204" pitchFamily="34" charset="0"/>
              <a:cs typeface="Calibri" panose="020F0502020204030204" pitchFamily="34" charset="0"/>
            </a:endParaRPr>
          </a:p>
          <a:p>
            <a:endParaRPr lang="pt-BR" sz="2400" dirty="0">
              <a:latin typeface="Calibri" panose="020F0502020204030204" pitchFamily="34" charset="0"/>
              <a:ea typeface="Calibri" panose="020F0502020204030204" pitchFamily="34" charset="0"/>
              <a:cs typeface="Calibri" panose="020F0502020204030204" pitchFamily="34" charset="0"/>
            </a:endParaRPr>
          </a:p>
          <a:p>
            <a:endParaRPr lang="pt-BR" sz="2400" dirty="0">
              <a:latin typeface="Calibri" panose="020F0502020204030204" pitchFamily="34" charset="0"/>
              <a:ea typeface="Calibri" panose="020F0502020204030204" pitchFamily="34" charset="0"/>
              <a:cs typeface="Calibri" panose="020F0502020204030204" pitchFamily="34" charset="0"/>
            </a:endParaRPr>
          </a:p>
          <a:p>
            <a:endParaRPr lang="pt-BR" dirty="0"/>
          </a:p>
        </p:txBody>
      </p:sp>
      <p:sp>
        <p:nvSpPr>
          <p:cNvPr id="5" name="Retângulo 4">
            <a:extLst>
              <a:ext uri="{FF2B5EF4-FFF2-40B4-BE49-F238E27FC236}">
                <a16:creationId xmlns:a16="http://schemas.microsoft.com/office/drawing/2014/main" id="{826A7066-9B71-0F5D-7F0A-36B0D730C3A8}"/>
              </a:ext>
            </a:extLst>
          </p:cNvPr>
          <p:cNvSpPr/>
          <p:nvPr/>
        </p:nvSpPr>
        <p:spPr>
          <a:xfrm>
            <a:off x="265176" y="0"/>
            <a:ext cx="155448" cy="1060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A077A880-A68A-309D-3C29-A0F730079C0A}"/>
              </a:ext>
            </a:extLst>
          </p:cNvPr>
          <p:cNvSpPr txBox="1"/>
          <p:nvPr/>
        </p:nvSpPr>
        <p:spPr>
          <a:xfrm>
            <a:off x="658368" y="530352"/>
            <a:ext cx="7205472" cy="861774"/>
          </a:xfrm>
          <a:prstGeom prst="rect">
            <a:avLst/>
          </a:prstGeom>
          <a:noFill/>
        </p:spPr>
        <p:txBody>
          <a:bodyPr wrap="square" rtlCol="0">
            <a:spAutoFit/>
          </a:bodyPr>
          <a:lstStyle/>
          <a:p>
            <a:r>
              <a:rPr lang="pt-BR" sz="3200" b="1" dirty="0">
                <a:latin typeface="Calibri" panose="020F0502020204030204" pitchFamily="34" charset="0"/>
                <a:ea typeface="Calibri" panose="020F0502020204030204" pitchFamily="34" charset="0"/>
                <a:cs typeface="Calibri" panose="020F0502020204030204" pitchFamily="34" charset="0"/>
              </a:rPr>
              <a:t>A Sombra de Karl Borg</a:t>
            </a:r>
            <a:r>
              <a:rPr lang="pt-BR" sz="3200" dirty="0">
                <a:latin typeface="Impact" panose="020B0806030902050204" pitchFamily="34" charset="0"/>
                <a:ea typeface="Calibri" panose="020F0502020204030204" pitchFamily="34" charset="0"/>
                <a:cs typeface="Calibri" panose="020F0502020204030204" pitchFamily="34" charset="0"/>
              </a:rPr>
              <a:t> </a:t>
            </a:r>
          </a:p>
          <a:p>
            <a:endParaRPr lang="pt-BR" dirty="0"/>
          </a:p>
        </p:txBody>
      </p:sp>
      <p:sp>
        <p:nvSpPr>
          <p:cNvPr id="7" name="Espaço Reservado para Rodapé 6">
            <a:extLst>
              <a:ext uri="{FF2B5EF4-FFF2-40B4-BE49-F238E27FC236}">
                <a16:creationId xmlns:a16="http://schemas.microsoft.com/office/drawing/2014/main" id="{2B341615-F8A2-4646-3B3C-C78AD31A1021}"/>
              </a:ext>
            </a:extLst>
          </p:cNvPr>
          <p:cNvSpPr>
            <a:spLocks noGrp="1"/>
          </p:cNvSpPr>
          <p:nvPr>
            <p:ph type="ftr" sz="quarter" idx="11"/>
          </p:nvPr>
        </p:nvSpPr>
        <p:spPr/>
        <p:txBody>
          <a:bodyPr/>
          <a:lstStyle/>
          <a:p>
            <a:r>
              <a:rPr lang="pt-BR"/>
              <a:t>A TORRE NEGRA - SABRINA S. MACHADO</a:t>
            </a:r>
          </a:p>
        </p:txBody>
      </p:sp>
      <p:sp>
        <p:nvSpPr>
          <p:cNvPr id="8" name="Espaço Reservado para Número de Slide 7">
            <a:extLst>
              <a:ext uri="{FF2B5EF4-FFF2-40B4-BE49-F238E27FC236}">
                <a16:creationId xmlns:a16="http://schemas.microsoft.com/office/drawing/2014/main" id="{6FEF554E-2E3D-7A9E-CCD2-F050BC546D3F}"/>
              </a:ext>
            </a:extLst>
          </p:cNvPr>
          <p:cNvSpPr>
            <a:spLocks noGrp="1"/>
          </p:cNvSpPr>
          <p:nvPr>
            <p:ph type="sldNum" sz="quarter" idx="12"/>
          </p:nvPr>
        </p:nvSpPr>
        <p:spPr/>
        <p:txBody>
          <a:bodyPr/>
          <a:lstStyle/>
          <a:p>
            <a:fld id="{98F48E61-6D67-44DB-8C8F-E189F04FFFB1}" type="slidenum">
              <a:rPr lang="pt-BR" smtClean="0"/>
              <a:t>4</a:t>
            </a:fld>
            <a:endParaRPr lang="pt-BR"/>
          </a:p>
        </p:txBody>
      </p:sp>
    </p:spTree>
    <p:extLst>
      <p:ext uri="{BB962C8B-B14F-4D97-AF65-F5344CB8AC3E}">
        <p14:creationId xmlns:p14="http://schemas.microsoft.com/office/powerpoint/2010/main" val="3919482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A04C4-5951-A1EB-3396-D2F4C0D8A18A}"/>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B441EACC-8DE6-6B4A-3FF6-91F378D2F7C1}"/>
              </a:ext>
            </a:extLst>
          </p:cNvPr>
          <p:cNvSpPr/>
          <p:nvPr/>
        </p:nvSpPr>
        <p:spPr>
          <a:xfrm>
            <a:off x="0" y="-128016"/>
            <a:ext cx="9601200" cy="129296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8729C7D1-CE47-7DF0-B3FC-C13AF3E03FD6}"/>
              </a:ext>
            </a:extLst>
          </p:cNvPr>
          <p:cNvSpPr txBox="1"/>
          <p:nvPr/>
        </p:nvSpPr>
        <p:spPr>
          <a:xfrm>
            <a:off x="1115568" y="7996643"/>
            <a:ext cx="7370064" cy="1569660"/>
          </a:xfrm>
          <a:prstGeom prst="rect">
            <a:avLst/>
          </a:prstGeom>
          <a:noFill/>
        </p:spPr>
        <p:txBody>
          <a:bodyPr wrap="square" rtlCol="0">
            <a:spAutoFit/>
          </a:bodyPr>
          <a:lstStyle/>
          <a:p>
            <a:pPr algn="ctr"/>
            <a:r>
              <a:rPr lang="pt-BR" sz="9600" dirty="0">
                <a:solidFill>
                  <a:schemeClr val="bg1"/>
                </a:solidFill>
                <a:latin typeface="Impact" panose="020B0806030902050204" pitchFamily="34" charset="0"/>
              </a:rPr>
              <a:t> Karl Borg</a:t>
            </a:r>
          </a:p>
        </p:txBody>
      </p:sp>
      <p:sp>
        <p:nvSpPr>
          <p:cNvPr id="9" name="CaixaDeTexto 8">
            <a:extLst>
              <a:ext uri="{FF2B5EF4-FFF2-40B4-BE49-F238E27FC236}">
                <a16:creationId xmlns:a16="http://schemas.microsoft.com/office/drawing/2014/main" id="{0DB0D80D-63AB-2AF2-2ACF-A840CDF489F1}"/>
              </a:ext>
            </a:extLst>
          </p:cNvPr>
          <p:cNvSpPr txBox="1"/>
          <p:nvPr/>
        </p:nvSpPr>
        <p:spPr>
          <a:xfrm>
            <a:off x="2395728" y="3756398"/>
            <a:ext cx="4809744" cy="3046988"/>
          </a:xfrm>
          <a:prstGeom prst="rect">
            <a:avLst/>
          </a:prstGeom>
          <a:noFill/>
        </p:spPr>
        <p:txBody>
          <a:bodyPr wrap="square">
            <a:spAutoFit/>
          </a:bodyPr>
          <a:lstStyle/>
          <a:p>
            <a:pPr algn="ctr"/>
            <a:r>
              <a:rPr lang="pt-BR" sz="9600" dirty="0">
                <a:solidFill>
                  <a:schemeClr val="bg1"/>
                </a:solidFill>
                <a:latin typeface="Impact" panose="020B0806030902050204" pitchFamily="34" charset="0"/>
              </a:rPr>
              <a:t>CAPÍTULO 2</a:t>
            </a:r>
          </a:p>
        </p:txBody>
      </p:sp>
      <p:sp>
        <p:nvSpPr>
          <p:cNvPr id="2" name="Espaço Reservado para Rodapé 1">
            <a:extLst>
              <a:ext uri="{FF2B5EF4-FFF2-40B4-BE49-F238E27FC236}">
                <a16:creationId xmlns:a16="http://schemas.microsoft.com/office/drawing/2014/main" id="{43E4DC95-F966-F79D-7F0E-091F7FB98C3E}"/>
              </a:ext>
            </a:extLst>
          </p:cNvPr>
          <p:cNvSpPr>
            <a:spLocks noGrp="1"/>
          </p:cNvSpPr>
          <p:nvPr>
            <p:ph type="ftr" sz="quarter" idx="11"/>
          </p:nvPr>
        </p:nvSpPr>
        <p:spPr/>
        <p:txBody>
          <a:bodyPr/>
          <a:lstStyle/>
          <a:p>
            <a:r>
              <a:rPr lang="pt-BR"/>
              <a:t>A TORRE NEGRA - SABRINA S. MACHADO</a:t>
            </a:r>
          </a:p>
        </p:txBody>
      </p:sp>
      <p:sp>
        <p:nvSpPr>
          <p:cNvPr id="3" name="Espaço Reservado para Número de Slide 2">
            <a:extLst>
              <a:ext uri="{FF2B5EF4-FFF2-40B4-BE49-F238E27FC236}">
                <a16:creationId xmlns:a16="http://schemas.microsoft.com/office/drawing/2014/main" id="{CF296C25-13C0-95FD-A054-4E3ACA6532B8}"/>
              </a:ext>
            </a:extLst>
          </p:cNvPr>
          <p:cNvSpPr>
            <a:spLocks noGrp="1"/>
          </p:cNvSpPr>
          <p:nvPr>
            <p:ph type="sldNum" sz="quarter" idx="12"/>
          </p:nvPr>
        </p:nvSpPr>
        <p:spPr/>
        <p:txBody>
          <a:bodyPr/>
          <a:lstStyle/>
          <a:p>
            <a:fld id="{98F48E61-6D67-44DB-8C8F-E189F04FFFB1}" type="slidenum">
              <a:rPr lang="pt-BR" smtClean="0"/>
              <a:t>5</a:t>
            </a:fld>
            <a:endParaRPr lang="pt-BR"/>
          </a:p>
        </p:txBody>
      </p:sp>
    </p:spTree>
    <p:extLst>
      <p:ext uri="{BB962C8B-B14F-4D97-AF65-F5344CB8AC3E}">
        <p14:creationId xmlns:p14="http://schemas.microsoft.com/office/powerpoint/2010/main" val="2583169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3AB4A-5FF8-4805-87C5-03735EC30EE5}"/>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7B355179-2EDB-4625-080C-6E6957A2E8AC}"/>
              </a:ext>
            </a:extLst>
          </p:cNvPr>
          <p:cNvSpPr txBox="1"/>
          <p:nvPr/>
        </p:nvSpPr>
        <p:spPr>
          <a:xfrm>
            <a:off x="791718" y="1243584"/>
            <a:ext cx="7734300" cy="7879080"/>
          </a:xfrm>
          <a:prstGeom prst="rect">
            <a:avLst/>
          </a:prstGeom>
          <a:noFill/>
        </p:spPr>
        <p:txBody>
          <a:bodyPr wrap="square" rtlCol="0">
            <a:spAutoFit/>
          </a:bodyPr>
          <a:lstStyle/>
          <a:p>
            <a:endParaRPr lang="pt-BR" sz="2400" dirty="0">
              <a:latin typeface="Calibri" panose="020F0502020204030204" pitchFamily="34" charset="0"/>
              <a:ea typeface="Calibri" panose="020F0502020204030204" pitchFamily="34" charset="0"/>
              <a:cs typeface="Calibri" panose="020F0502020204030204" pitchFamily="34" charset="0"/>
            </a:endParaRPr>
          </a:p>
          <a:p>
            <a:r>
              <a:rPr lang="pt-BR" sz="3200" dirty="0">
                <a:latin typeface="Calibri" panose="020F0502020204030204" pitchFamily="34" charset="0"/>
                <a:ea typeface="Calibri" panose="020F0502020204030204" pitchFamily="34" charset="0"/>
                <a:cs typeface="Calibri" panose="020F0502020204030204" pitchFamily="34" charset="0"/>
              </a:rPr>
              <a:t>🌑 Capítulo 2 - Karl Borg</a:t>
            </a:r>
            <a:endParaRPr lang="pt-BR" sz="2400" dirty="0">
              <a:latin typeface="Calibri" panose="020F0502020204030204" pitchFamily="34" charset="0"/>
              <a:ea typeface="Calibri" panose="020F0502020204030204" pitchFamily="34" charset="0"/>
              <a:cs typeface="Calibri" panose="020F0502020204030204" pitchFamily="34" charset="0"/>
            </a:endParaRPr>
          </a:p>
          <a:p>
            <a:endParaRPr lang="pt-BR" sz="2400" dirty="0">
              <a:latin typeface="Calibri" panose="020F0502020204030204" pitchFamily="34" charset="0"/>
              <a:ea typeface="Calibri" panose="020F0502020204030204" pitchFamily="34" charset="0"/>
              <a:cs typeface="Calibri" panose="020F0502020204030204" pitchFamily="34" charset="0"/>
            </a:endParaRPr>
          </a:p>
          <a:p>
            <a:pPr lvl="1"/>
            <a:r>
              <a:rPr lang="pt-BR" sz="2400" dirty="0">
                <a:latin typeface="Calibri" panose="020F0502020204030204" pitchFamily="34" charset="0"/>
                <a:ea typeface="Calibri" panose="020F0502020204030204" pitchFamily="34" charset="0"/>
                <a:cs typeface="Calibri" panose="020F0502020204030204" pitchFamily="34" charset="0"/>
              </a:rPr>
              <a:t>Karl Borg nasceu em </a:t>
            </a:r>
            <a:r>
              <a:rPr lang="pt-BR" sz="2400" dirty="0" err="1">
                <a:latin typeface="Calibri" panose="020F0502020204030204" pitchFamily="34" charset="0"/>
                <a:ea typeface="Calibri" panose="020F0502020204030204" pitchFamily="34" charset="0"/>
                <a:cs typeface="Calibri" panose="020F0502020204030204" pitchFamily="34" charset="0"/>
              </a:rPr>
              <a:t>Varnholt</a:t>
            </a:r>
            <a:r>
              <a:rPr lang="pt-BR" sz="2400" dirty="0">
                <a:latin typeface="Calibri" panose="020F0502020204030204" pitchFamily="34" charset="0"/>
                <a:ea typeface="Calibri" panose="020F0502020204030204" pitchFamily="34" charset="0"/>
                <a:cs typeface="Calibri" panose="020F0502020204030204" pitchFamily="34" charset="0"/>
              </a:rPr>
              <a:t>, filho de um ferreiro e de uma curandeira. Desde pequeno, era silencioso, observador, com olhos que pareciam enxergar além da pele das pessoas. Aos doze anos, desapareceu por três dias. Quando voltou, estava diferente. Não falava sobre o que viu na floresta. Mas seus olhos estavam mais escuros. Mais </a:t>
            </a:r>
            <a:r>
              <a:rPr lang="pt-BR" sz="2400" dirty="0" err="1">
                <a:latin typeface="Calibri" panose="020F0502020204030204" pitchFamily="34" charset="0"/>
                <a:ea typeface="Calibri" panose="020F0502020204030204" pitchFamily="34" charset="0"/>
                <a:cs typeface="Calibri" panose="020F0502020204030204" pitchFamily="34" charset="0"/>
              </a:rPr>
              <a:t>fundos.Com</a:t>
            </a:r>
            <a:r>
              <a:rPr lang="pt-BR" sz="2400" dirty="0">
                <a:latin typeface="Calibri" panose="020F0502020204030204" pitchFamily="34" charset="0"/>
                <a:ea typeface="Calibri" panose="020F0502020204030204" pitchFamily="34" charset="0"/>
                <a:cs typeface="Calibri" panose="020F0502020204030204" pitchFamily="34" charset="0"/>
              </a:rPr>
              <a:t> o tempo, Karl tornou-se um nome temido. Um assassino silencioso, envolto em uma capa preta, que surgia como sombra e desaparecia como fumaça. Diziam que ele ouvia a floresta. Que a Torre Negra o havia escolhido. Que seus punhais — sempre dois, um em cada mão — não cortavam apenas carne, mas também </a:t>
            </a:r>
            <a:r>
              <a:rPr lang="pt-BR" sz="2400" dirty="0" err="1">
                <a:latin typeface="Calibri" panose="020F0502020204030204" pitchFamily="34" charset="0"/>
                <a:ea typeface="Calibri" panose="020F0502020204030204" pitchFamily="34" charset="0"/>
                <a:cs typeface="Calibri" panose="020F0502020204030204" pitchFamily="34" charset="0"/>
              </a:rPr>
              <a:t>esperança.Karl</a:t>
            </a:r>
            <a:r>
              <a:rPr lang="pt-BR" sz="2400" dirty="0">
                <a:latin typeface="Calibri" panose="020F0502020204030204" pitchFamily="34" charset="0"/>
                <a:ea typeface="Calibri" panose="020F0502020204030204" pitchFamily="34" charset="0"/>
                <a:cs typeface="Calibri" panose="020F0502020204030204" pitchFamily="34" charset="0"/>
              </a:rPr>
              <a:t> não matava por ouro. Matava por equilíbrio. Por ordem. Por algo que só ele compreendia. E cada vez que voltava à floresta, voltava mais frio. Mais preciso. Mais vazio.</a:t>
            </a:r>
          </a:p>
          <a:p>
            <a:endParaRPr lang="pt-BR" sz="2400" dirty="0">
              <a:latin typeface="Calibri" panose="020F0502020204030204" pitchFamily="34" charset="0"/>
              <a:ea typeface="Calibri" panose="020F0502020204030204" pitchFamily="34" charset="0"/>
              <a:cs typeface="Calibri" panose="020F0502020204030204" pitchFamily="34" charset="0"/>
            </a:endParaRPr>
          </a:p>
          <a:p>
            <a:endParaRPr lang="pt-BR" dirty="0"/>
          </a:p>
        </p:txBody>
      </p:sp>
      <p:sp>
        <p:nvSpPr>
          <p:cNvPr id="5" name="Retângulo 4">
            <a:extLst>
              <a:ext uri="{FF2B5EF4-FFF2-40B4-BE49-F238E27FC236}">
                <a16:creationId xmlns:a16="http://schemas.microsoft.com/office/drawing/2014/main" id="{3DBE580C-9A65-DA15-A8BF-4984BB4D571E}"/>
              </a:ext>
            </a:extLst>
          </p:cNvPr>
          <p:cNvSpPr/>
          <p:nvPr/>
        </p:nvSpPr>
        <p:spPr>
          <a:xfrm>
            <a:off x="265176" y="0"/>
            <a:ext cx="155448" cy="1060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014BDA60-3D5C-796B-A023-2E8FA50A58C2}"/>
              </a:ext>
            </a:extLst>
          </p:cNvPr>
          <p:cNvSpPr txBox="1"/>
          <p:nvPr/>
        </p:nvSpPr>
        <p:spPr>
          <a:xfrm>
            <a:off x="658368" y="530352"/>
            <a:ext cx="7205472" cy="861774"/>
          </a:xfrm>
          <a:prstGeom prst="rect">
            <a:avLst/>
          </a:prstGeom>
          <a:noFill/>
        </p:spPr>
        <p:txBody>
          <a:bodyPr wrap="square" rtlCol="0">
            <a:spAutoFit/>
          </a:bodyPr>
          <a:lstStyle/>
          <a:p>
            <a:r>
              <a:rPr lang="pt-BR" sz="3200" b="1" dirty="0">
                <a:latin typeface="Calibri" panose="020F0502020204030204" pitchFamily="34" charset="0"/>
                <a:ea typeface="Calibri" panose="020F0502020204030204" pitchFamily="34" charset="0"/>
                <a:cs typeface="Calibri" panose="020F0502020204030204" pitchFamily="34" charset="0"/>
              </a:rPr>
              <a:t>A Sombra de Karl Borg</a:t>
            </a:r>
            <a:r>
              <a:rPr lang="pt-BR" sz="3200" dirty="0">
                <a:latin typeface="Impact" panose="020B0806030902050204" pitchFamily="34" charset="0"/>
                <a:ea typeface="Calibri" panose="020F0502020204030204" pitchFamily="34" charset="0"/>
                <a:cs typeface="Calibri" panose="020F0502020204030204" pitchFamily="34" charset="0"/>
              </a:rPr>
              <a:t> </a:t>
            </a:r>
          </a:p>
          <a:p>
            <a:endParaRPr lang="pt-BR" dirty="0"/>
          </a:p>
        </p:txBody>
      </p:sp>
      <p:sp>
        <p:nvSpPr>
          <p:cNvPr id="2" name="Espaço Reservado para Rodapé 1">
            <a:extLst>
              <a:ext uri="{FF2B5EF4-FFF2-40B4-BE49-F238E27FC236}">
                <a16:creationId xmlns:a16="http://schemas.microsoft.com/office/drawing/2014/main" id="{18700F87-9CD3-385B-64BB-D4C07D7C55A6}"/>
              </a:ext>
            </a:extLst>
          </p:cNvPr>
          <p:cNvSpPr>
            <a:spLocks noGrp="1"/>
          </p:cNvSpPr>
          <p:nvPr>
            <p:ph type="ftr" sz="quarter" idx="11"/>
          </p:nvPr>
        </p:nvSpPr>
        <p:spPr/>
        <p:txBody>
          <a:bodyPr/>
          <a:lstStyle/>
          <a:p>
            <a:r>
              <a:rPr lang="pt-BR"/>
              <a:t>A TORRE NEGRA - SABRINA S. MACHADO</a:t>
            </a:r>
          </a:p>
        </p:txBody>
      </p:sp>
      <p:sp>
        <p:nvSpPr>
          <p:cNvPr id="3" name="Espaço Reservado para Número de Slide 2">
            <a:extLst>
              <a:ext uri="{FF2B5EF4-FFF2-40B4-BE49-F238E27FC236}">
                <a16:creationId xmlns:a16="http://schemas.microsoft.com/office/drawing/2014/main" id="{DCE4A56B-396A-FC4A-6A02-E0867095A882}"/>
              </a:ext>
            </a:extLst>
          </p:cNvPr>
          <p:cNvSpPr>
            <a:spLocks noGrp="1"/>
          </p:cNvSpPr>
          <p:nvPr>
            <p:ph type="sldNum" sz="quarter" idx="12"/>
          </p:nvPr>
        </p:nvSpPr>
        <p:spPr/>
        <p:txBody>
          <a:bodyPr/>
          <a:lstStyle/>
          <a:p>
            <a:fld id="{98F48E61-6D67-44DB-8C8F-E189F04FFFB1}" type="slidenum">
              <a:rPr lang="pt-BR" smtClean="0"/>
              <a:t>6</a:t>
            </a:fld>
            <a:endParaRPr lang="pt-BR"/>
          </a:p>
        </p:txBody>
      </p:sp>
    </p:spTree>
    <p:extLst>
      <p:ext uri="{BB962C8B-B14F-4D97-AF65-F5344CB8AC3E}">
        <p14:creationId xmlns:p14="http://schemas.microsoft.com/office/powerpoint/2010/main" val="2836777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A6CB-DDA8-F7F8-5E81-FD44F419FF13}"/>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6A11CA3C-DFDE-E632-6C9B-5F61F52E3511}"/>
              </a:ext>
            </a:extLst>
          </p:cNvPr>
          <p:cNvSpPr/>
          <p:nvPr/>
        </p:nvSpPr>
        <p:spPr>
          <a:xfrm>
            <a:off x="0" y="-128016"/>
            <a:ext cx="9601200" cy="129296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D7A4C299-DABD-6D96-2907-ED5190C7C901}"/>
              </a:ext>
            </a:extLst>
          </p:cNvPr>
          <p:cNvSpPr txBox="1"/>
          <p:nvPr/>
        </p:nvSpPr>
        <p:spPr>
          <a:xfrm>
            <a:off x="1115568" y="7540335"/>
            <a:ext cx="7370064" cy="4524315"/>
          </a:xfrm>
          <a:prstGeom prst="rect">
            <a:avLst/>
          </a:prstGeom>
          <a:noFill/>
        </p:spPr>
        <p:txBody>
          <a:bodyPr wrap="square" rtlCol="0">
            <a:spAutoFit/>
          </a:bodyPr>
          <a:lstStyle/>
          <a:p>
            <a:pPr algn="ctr"/>
            <a:r>
              <a:rPr lang="pt-BR" sz="9600" dirty="0">
                <a:solidFill>
                  <a:schemeClr val="bg1"/>
                </a:solidFill>
                <a:latin typeface="Impact" panose="020B0806030902050204" pitchFamily="34" charset="0"/>
              </a:rPr>
              <a:t>Vozes na Névoa</a:t>
            </a:r>
          </a:p>
          <a:p>
            <a:pPr algn="ctr"/>
            <a:endParaRPr lang="pt-BR" sz="9600" dirty="0">
              <a:solidFill>
                <a:schemeClr val="bg1"/>
              </a:solidFill>
              <a:latin typeface="Impact" panose="020B0806030902050204" pitchFamily="34" charset="0"/>
            </a:endParaRPr>
          </a:p>
        </p:txBody>
      </p:sp>
      <p:sp>
        <p:nvSpPr>
          <p:cNvPr id="9" name="CaixaDeTexto 8">
            <a:extLst>
              <a:ext uri="{FF2B5EF4-FFF2-40B4-BE49-F238E27FC236}">
                <a16:creationId xmlns:a16="http://schemas.microsoft.com/office/drawing/2014/main" id="{82F435F8-20B8-CA98-BEF1-3F2BD609D87C}"/>
              </a:ext>
            </a:extLst>
          </p:cNvPr>
          <p:cNvSpPr txBox="1"/>
          <p:nvPr/>
        </p:nvSpPr>
        <p:spPr>
          <a:xfrm>
            <a:off x="2395728" y="3756398"/>
            <a:ext cx="4809744" cy="3046988"/>
          </a:xfrm>
          <a:prstGeom prst="rect">
            <a:avLst/>
          </a:prstGeom>
          <a:noFill/>
        </p:spPr>
        <p:txBody>
          <a:bodyPr wrap="square">
            <a:spAutoFit/>
          </a:bodyPr>
          <a:lstStyle/>
          <a:p>
            <a:pPr algn="ctr"/>
            <a:r>
              <a:rPr lang="pt-BR" sz="9600" dirty="0">
                <a:solidFill>
                  <a:schemeClr val="bg1"/>
                </a:solidFill>
                <a:latin typeface="Impact" panose="020B0806030902050204" pitchFamily="34" charset="0"/>
              </a:rPr>
              <a:t>CAPÍTULO 3</a:t>
            </a:r>
          </a:p>
        </p:txBody>
      </p:sp>
      <p:sp>
        <p:nvSpPr>
          <p:cNvPr id="2" name="Espaço Reservado para Rodapé 1">
            <a:extLst>
              <a:ext uri="{FF2B5EF4-FFF2-40B4-BE49-F238E27FC236}">
                <a16:creationId xmlns:a16="http://schemas.microsoft.com/office/drawing/2014/main" id="{302D395C-C017-7D6F-A007-1D35D95AEBE3}"/>
              </a:ext>
            </a:extLst>
          </p:cNvPr>
          <p:cNvSpPr>
            <a:spLocks noGrp="1"/>
          </p:cNvSpPr>
          <p:nvPr>
            <p:ph type="ftr" sz="quarter" idx="11"/>
          </p:nvPr>
        </p:nvSpPr>
        <p:spPr/>
        <p:txBody>
          <a:bodyPr/>
          <a:lstStyle/>
          <a:p>
            <a:r>
              <a:rPr lang="pt-BR"/>
              <a:t>A TORRE NEGRA - SABRINA S. MACHADO</a:t>
            </a:r>
          </a:p>
        </p:txBody>
      </p:sp>
      <p:sp>
        <p:nvSpPr>
          <p:cNvPr id="3" name="Espaço Reservado para Número de Slide 2">
            <a:extLst>
              <a:ext uri="{FF2B5EF4-FFF2-40B4-BE49-F238E27FC236}">
                <a16:creationId xmlns:a16="http://schemas.microsoft.com/office/drawing/2014/main" id="{0454CB92-EF6F-0873-46E5-6424B54F1AEF}"/>
              </a:ext>
            </a:extLst>
          </p:cNvPr>
          <p:cNvSpPr>
            <a:spLocks noGrp="1"/>
          </p:cNvSpPr>
          <p:nvPr>
            <p:ph type="sldNum" sz="quarter" idx="12"/>
          </p:nvPr>
        </p:nvSpPr>
        <p:spPr/>
        <p:txBody>
          <a:bodyPr/>
          <a:lstStyle/>
          <a:p>
            <a:fld id="{98F48E61-6D67-44DB-8C8F-E189F04FFFB1}" type="slidenum">
              <a:rPr lang="pt-BR" smtClean="0"/>
              <a:t>7</a:t>
            </a:fld>
            <a:endParaRPr lang="pt-BR"/>
          </a:p>
        </p:txBody>
      </p:sp>
    </p:spTree>
    <p:extLst>
      <p:ext uri="{BB962C8B-B14F-4D97-AF65-F5344CB8AC3E}">
        <p14:creationId xmlns:p14="http://schemas.microsoft.com/office/powerpoint/2010/main" val="3040131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4CC5A-2DDE-4A27-D321-4BBF700186F5}"/>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60AD34BA-2B89-108D-48BE-B0E3F71E6F5D}"/>
              </a:ext>
            </a:extLst>
          </p:cNvPr>
          <p:cNvSpPr txBox="1"/>
          <p:nvPr/>
        </p:nvSpPr>
        <p:spPr>
          <a:xfrm>
            <a:off x="658368" y="1224534"/>
            <a:ext cx="8010144" cy="7140416"/>
          </a:xfrm>
          <a:prstGeom prst="rect">
            <a:avLst/>
          </a:prstGeom>
          <a:noFill/>
        </p:spPr>
        <p:txBody>
          <a:bodyPr wrap="square" rtlCol="0">
            <a:spAutoFit/>
          </a:bodyPr>
          <a:lstStyle/>
          <a:p>
            <a:endParaRPr lang="pt-BR" sz="2400" dirty="0">
              <a:latin typeface="Calibri" panose="020F0502020204030204" pitchFamily="34" charset="0"/>
              <a:ea typeface="Calibri" panose="020F0502020204030204" pitchFamily="34" charset="0"/>
              <a:cs typeface="Calibri" panose="020F0502020204030204" pitchFamily="34" charset="0"/>
            </a:endParaRPr>
          </a:p>
          <a:p>
            <a:r>
              <a:rPr lang="pt-BR" sz="3200" dirty="0">
                <a:latin typeface="Calibri" panose="020F0502020204030204" pitchFamily="34" charset="0"/>
                <a:ea typeface="Calibri" panose="020F0502020204030204" pitchFamily="34" charset="0"/>
                <a:cs typeface="Calibri" panose="020F0502020204030204" pitchFamily="34" charset="0"/>
              </a:rPr>
              <a:t>🌑 Capítulo 3 — Vozes na Névoa</a:t>
            </a:r>
          </a:p>
          <a:p>
            <a:endParaRPr lang="pt-BR" sz="2400" dirty="0">
              <a:latin typeface="Calibri" panose="020F0502020204030204" pitchFamily="34" charset="0"/>
              <a:ea typeface="Calibri" panose="020F0502020204030204" pitchFamily="34" charset="0"/>
              <a:cs typeface="Calibri" panose="020F0502020204030204" pitchFamily="34" charset="0"/>
            </a:endParaRPr>
          </a:p>
          <a:p>
            <a:pPr lvl="1"/>
            <a:r>
              <a:rPr lang="pt-BR" sz="2400" dirty="0">
                <a:latin typeface="Calibri" panose="020F0502020204030204" pitchFamily="34" charset="0"/>
                <a:ea typeface="Calibri" panose="020F0502020204030204" pitchFamily="34" charset="0"/>
                <a:cs typeface="Calibri" panose="020F0502020204030204" pitchFamily="34" charset="0"/>
              </a:rPr>
              <a:t>Karl caminhava pela trilha esquecida que levava à Floresta Negra. A névoa parecia viva, se movendo contra o vento, envolvendo seus passos como dedos invisíveis. Cada árvore tinha um rosto, cada galho parecia sussurrar seu nome. Ele já não temia a floresta — ele a </a:t>
            </a:r>
            <a:r>
              <a:rPr lang="pt-BR" sz="2400" dirty="0" err="1">
                <a:latin typeface="Calibri" panose="020F0502020204030204" pitchFamily="34" charset="0"/>
                <a:ea typeface="Calibri" panose="020F0502020204030204" pitchFamily="34" charset="0"/>
                <a:cs typeface="Calibri" panose="020F0502020204030204" pitchFamily="34" charset="0"/>
              </a:rPr>
              <a:t>compreendia.Naquela</a:t>
            </a:r>
            <a:r>
              <a:rPr lang="pt-BR" sz="2400" dirty="0">
                <a:latin typeface="Calibri" panose="020F0502020204030204" pitchFamily="34" charset="0"/>
                <a:ea typeface="Calibri" panose="020F0502020204030204" pitchFamily="34" charset="0"/>
                <a:cs typeface="Calibri" panose="020F0502020204030204" pitchFamily="34" charset="0"/>
              </a:rPr>
              <a:t> noite, ele não buscava um alvo. Buscava respostas. A Torre Negra havia chamado novamente, com sonhos que não eram sonhos, mas memórias de algo que ele nunca viveu. Vozes antigas ecoavam em sua mente, falando em línguas mortas, prometendo poder, exigindo </a:t>
            </a:r>
            <a:r>
              <a:rPr lang="pt-BR" sz="2400" dirty="0" err="1">
                <a:latin typeface="Calibri" panose="020F0502020204030204" pitchFamily="34" charset="0"/>
                <a:ea typeface="Calibri" panose="020F0502020204030204" pitchFamily="34" charset="0"/>
                <a:cs typeface="Calibri" panose="020F0502020204030204" pitchFamily="34" charset="0"/>
              </a:rPr>
              <a:t>sacrifício.Ao</a:t>
            </a:r>
            <a:r>
              <a:rPr lang="pt-BR" sz="2400" dirty="0">
                <a:latin typeface="Calibri" panose="020F0502020204030204" pitchFamily="34" charset="0"/>
                <a:ea typeface="Calibri" panose="020F0502020204030204" pitchFamily="34" charset="0"/>
                <a:cs typeface="Calibri" panose="020F0502020204030204" pitchFamily="34" charset="0"/>
              </a:rPr>
              <a:t> chegar à clareira onde a torre se erguia, Karl parou. A estrutura parecia maior do que antes, como se crescesse com cada alma ceifada. A névoa ali era mais densa, quase sólida. Ele se ajoelhou, cravou as adagas no chão e esperou. A terra pulsava sob seus joelhos.</a:t>
            </a:r>
          </a:p>
          <a:p>
            <a:endParaRPr lang="pt-BR" dirty="0"/>
          </a:p>
        </p:txBody>
      </p:sp>
      <p:sp>
        <p:nvSpPr>
          <p:cNvPr id="5" name="Retângulo 4">
            <a:extLst>
              <a:ext uri="{FF2B5EF4-FFF2-40B4-BE49-F238E27FC236}">
                <a16:creationId xmlns:a16="http://schemas.microsoft.com/office/drawing/2014/main" id="{C8054950-155E-8108-767E-75F922E42442}"/>
              </a:ext>
            </a:extLst>
          </p:cNvPr>
          <p:cNvSpPr/>
          <p:nvPr/>
        </p:nvSpPr>
        <p:spPr>
          <a:xfrm>
            <a:off x="265176" y="0"/>
            <a:ext cx="155448" cy="1060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5FAE2C8B-CC51-17A3-7330-783B06C3F2B7}"/>
              </a:ext>
            </a:extLst>
          </p:cNvPr>
          <p:cNvSpPr txBox="1"/>
          <p:nvPr/>
        </p:nvSpPr>
        <p:spPr>
          <a:xfrm>
            <a:off x="658368" y="530352"/>
            <a:ext cx="7205472" cy="861774"/>
          </a:xfrm>
          <a:prstGeom prst="rect">
            <a:avLst/>
          </a:prstGeom>
          <a:noFill/>
        </p:spPr>
        <p:txBody>
          <a:bodyPr wrap="square" rtlCol="0">
            <a:spAutoFit/>
          </a:bodyPr>
          <a:lstStyle/>
          <a:p>
            <a:r>
              <a:rPr lang="pt-BR" sz="3200" b="1" dirty="0">
                <a:latin typeface="Calibri" panose="020F0502020204030204" pitchFamily="34" charset="0"/>
                <a:ea typeface="Calibri" panose="020F0502020204030204" pitchFamily="34" charset="0"/>
                <a:cs typeface="Calibri" panose="020F0502020204030204" pitchFamily="34" charset="0"/>
              </a:rPr>
              <a:t>A Sombra de Karl Borg</a:t>
            </a:r>
            <a:r>
              <a:rPr lang="pt-BR" sz="3200" dirty="0">
                <a:latin typeface="Impact" panose="020B0806030902050204" pitchFamily="34" charset="0"/>
                <a:ea typeface="Calibri" panose="020F0502020204030204" pitchFamily="34" charset="0"/>
                <a:cs typeface="Calibri" panose="020F0502020204030204" pitchFamily="34" charset="0"/>
              </a:rPr>
              <a:t> </a:t>
            </a:r>
          </a:p>
          <a:p>
            <a:endParaRPr lang="pt-BR" dirty="0"/>
          </a:p>
        </p:txBody>
      </p:sp>
      <p:sp>
        <p:nvSpPr>
          <p:cNvPr id="2" name="Espaço Reservado para Rodapé 1">
            <a:extLst>
              <a:ext uri="{FF2B5EF4-FFF2-40B4-BE49-F238E27FC236}">
                <a16:creationId xmlns:a16="http://schemas.microsoft.com/office/drawing/2014/main" id="{67D87F8A-9ECE-7C73-C017-9F4E548DD42A}"/>
              </a:ext>
            </a:extLst>
          </p:cNvPr>
          <p:cNvSpPr>
            <a:spLocks noGrp="1"/>
          </p:cNvSpPr>
          <p:nvPr>
            <p:ph type="ftr" sz="quarter" idx="11"/>
          </p:nvPr>
        </p:nvSpPr>
        <p:spPr/>
        <p:txBody>
          <a:bodyPr/>
          <a:lstStyle/>
          <a:p>
            <a:r>
              <a:rPr lang="pt-BR"/>
              <a:t>A TORRE NEGRA - SABRINA S. MACHADO</a:t>
            </a:r>
          </a:p>
        </p:txBody>
      </p:sp>
      <p:sp>
        <p:nvSpPr>
          <p:cNvPr id="3" name="Espaço Reservado para Número de Slide 2">
            <a:extLst>
              <a:ext uri="{FF2B5EF4-FFF2-40B4-BE49-F238E27FC236}">
                <a16:creationId xmlns:a16="http://schemas.microsoft.com/office/drawing/2014/main" id="{D7F943E3-F398-A099-CCA2-EEFFEEA7F188}"/>
              </a:ext>
            </a:extLst>
          </p:cNvPr>
          <p:cNvSpPr>
            <a:spLocks noGrp="1"/>
          </p:cNvSpPr>
          <p:nvPr>
            <p:ph type="sldNum" sz="quarter" idx="12"/>
          </p:nvPr>
        </p:nvSpPr>
        <p:spPr/>
        <p:txBody>
          <a:bodyPr/>
          <a:lstStyle/>
          <a:p>
            <a:fld id="{98F48E61-6D67-44DB-8C8F-E189F04FFFB1}" type="slidenum">
              <a:rPr lang="pt-BR" smtClean="0"/>
              <a:t>8</a:t>
            </a:fld>
            <a:endParaRPr lang="pt-BR"/>
          </a:p>
        </p:txBody>
      </p:sp>
    </p:spTree>
    <p:extLst>
      <p:ext uri="{BB962C8B-B14F-4D97-AF65-F5344CB8AC3E}">
        <p14:creationId xmlns:p14="http://schemas.microsoft.com/office/powerpoint/2010/main" val="1852897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B5825-8D43-1A1F-C75E-D70E37182F5E}"/>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7269D411-CE6A-3637-155F-DE2AB54FF414}"/>
              </a:ext>
            </a:extLst>
          </p:cNvPr>
          <p:cNvSpPr/>
          <p:nvPr/>
        </p:nvSpPr>
        <p:spPr>
          <a:xfrm>
            <a:off x="0" y="-128016"/>
            <a:ext cx="9601200" cy="129296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FAD8C889-ADED-7CC0-1FE5-CB474234615F}"/>
              </a:ext>
            </a:extLst>
          </p:cNvPr>
          <p:cNvSpPr txBox="1"/>
          <p:nvPr/>
        </p:nvSpPr>
        <p:spPr>
          <a:xfrm>
            <a:off x="1450571" y="7996643"/>
            <a:ext cx="6700058" cy="1569660"/>
          </a:xfrm>
          <a:prstGeom prst="rect">
            <a:avLst/>
          </a:prstGeom>
          <a:noFill/>
        </p:spPr>
        <p:txBody>
          <a:bodyPr wrap="square" rtlCol="0">
            <a:spAutoFit/>
          </a:bodyPr>
          <a:lstStyle/>
          <a:p>
            <a:pPr algn="ctr"/>
            <a:r>
              <a:rPr lang="pt-BR" sz="9600" dirty="0">
                <a:solidFill>
                  <a:schemeClr val="bg1"/>
                </a:solidFill>
                <a:latin typeface="Impact" panose="020B0806030902050204" pitchFamily="34" charset="0"/>
              </a:rPr>
              <a:t>A CHAVE</a:t>
            </a:r>
          </a:p>
        </p:txBody>
      </p:sp>
      <p:sp>
        <p:nvSpPr>
          <p:cNvPr id="9" name="CaixaDeTexto 8">
            <a:extLst>
              <a:ext uri="{FF2B5EF4-FFF2-40B4-BE49-F238E27FC236}">
                <a16:creationId xmlns:a16="http://schemas.microsoft.com/office/drawing/2014/main" id="{561EBF25-FB65-0D2C-253C-A8C0FCE715B3}"/>
              </a:ext>
            </a:extLst>
          </p:cNvPr>
          <p:cNvSpPr txBox="1"/>
          <p:nvPr/>
        </p:nvSpPr>
        <p:spPr>
          <a:xfrm>
            <a:off x="2395728" y="3756398"/>
            <a:ext cx="4809744" cy="3046988"/>
          </a:xfrm>
          <a:prstGeom prst="rect">
            <a:avLst/>
          </a:prstGeom>
          <a:noFill/>
        </p:spPr>
        <p:txBody>
          <a:bodyPr wrap="square">
            <a:spAutoFit/>
          </a:bodyPr>
          <a:lstStyle/>
          <a:p>
            <a:pPr algn="ctr"/>
            <a:r>
              <a:rPr lang="pt-BR" sz="9600" dirty="0">
                <a:solidFill>
                  <a:schemeClr val="bg1"/>
                </a:solidFill>
                <a:latin typeface="Impact" panose="020B0806030902050204" pitchFamily="34" charset="0"/>
              </a:rPr>
              <a:t>CAPÍTULO 4</a:t>
            </a:r>
          </a:p>
        </p:txBody>
      </p:sp>
      <p:sp>
        <p:nvSpPr>
          <p:cNvPr id="2" name="Espaço Reservado para Rodapé 1">
            <a:extLst>
              <a:ext uri="{FF2B5EF4-FFF2-40B4-BE49-F238E27FC236}">
                <a16:creationId xmlns:a16="http://schemas.microsoft.com/office/drawing/2014/main" id="{5AC112B5-5CD7-62D7-F8D2-4BDD8C7725DA}"/>
              </a:ext>
            </a:extLst>
          </p:cNvPr>
          <p:cNvSpPr>
            <a:spLocks noGrp="1"/>
          </p:cNvSpPr>
          <p:nvPr>
            <p:ph type="ftr" sz="quarter" idx="11"/>
          </p:nvPr>
        </p:nvSpPr>
        <p:spPr/>
        <p:txBody>
          <a:bodyPr/>
          <a:lstStyle/>
          <a:p>
            <a:r>
              <a:rPr lang="pt-BR"/>
              <a:t>A TORRE NEGRA - SABRINA S. MACHADO</a:t>
            </a:r>
          </a:p>
        </p:txBody>
      </p:sp>
      <p:sp>
        <p:nvSpPr>
          <p:cNvPr id="3" name="Espaço Reservado para Número de Slide 2">
            <a:extLst>
              <a:ext uri="{FF2B5EF4-FFF2-40B4-BE49-F238E27FC236}">
                <a16:creationId xmlns:a16="http://schemas.microsoft.com/office/drawing/2014/main" id="{ABF77308-7A3E-24E3-AD83-846B50D1F693}"/>
              </a:ext>
            </a:extLst>
          </p:cNvPr>
          <p:cNvSpPr>
            <a:spLocks noGrp="1"/>
          </p:cNvSpPr>
          <p:nvPr>
            <p:ph type="sldNum" sz="quarter" idx="12"/>
          </p:nvPr>
        </p:nvSpPr>
        <p:spPr/>
        <p:txBody>
          <a:bodyPr/>
          <a:lstStyle/>
          <a:p>
            <a:fld id="{98F48E61-6D67-44DB-8C8F-E189F04FFFB1}" type="slidenum">
              <a:rPr lang="pt-BR" smtClean="0"/>
              <a:t>9</a:t>
            </a:fld>
            <a:endParaRPr lang="pt-BR"/>
          </a:p>
        </p:txBody>
      </p:sp>
    </p:spTree>
    <p:extLst>
      <p:ext uri="{BB962C8B-B14F-4D97-AF65-F5344CB8AC3E}">
        <p14:creationId xmlns:p14="http://schemas.microsoft.com/office/powerpoint/2010/main" val="2566870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13BA1-6F29-9DBC-8A80-F2DDAC5D7BB7}"/>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4406070F-B984-F848-56F4-A218816EAA20}"/>
              </a:ext>
            </a:extLst>
          </p:cNvPr>
          <p:cNvSpPr txBox="1"/>
          <p:nvPr/>
        </p:nvSpPr>
        <p:spPr>
          <a:xfrm>
            <a:off x="420624" y="1243584"/>
            <a:ext cx="8814816" cy="6494085"/>
          </a:xfrm>
          <a:prstGeom prst="rect">
            <a:avLst/>
          </a:prstGeom>
          <a:noFill/>
        </p:spPr>
        <p:txBody>
          <a:bodyPr wrap="square" rtlCol="0">
            <a:spAutoFit/>
          </a:bodyPr>
          <a:lstStyle/>
          <a:p>
            <a:endParaRPr lang="pt-BR" sz="2400" dirty="0">
              <a:latin typeface="Calibri" panose="020F0502020204030204" pitchFamily="34" charset="0"/>
              <a:ea typeface="Calibri" panose="020F0502020204030204" pitchFamily="34" charset="0"/>
              <a:cs typeface="Calibri" panose="020F0502020204030204" pitchFamily="34" charset="0"/>
            </a:endParaRPr>
          </a:p>
          <a:p>
            <a:r>
              <a:rPr lang="pt-BR" sz="3200" dirty="0">
                <a:latin typeface="Calibri" panose="020F0502020204030204" pitchFamily="34" charset="0"/>
                <a:ea typeface="Calibri" panose="020F0502020204030204" pitchFamily="34" charset="0"/>
                <a:cs typeface="Calibri" panose="020F0502020204030204" pitchFamily="34" charset="0"/>
              </a:rPr>
              <a:t>🌑 Capítulo 4 – A chave</a:t>
            </a:r>
          </a:p>
          <a:p>
            <a:endParaRPr lang="pt-BR" sz="2400" dirty="0">
              <a:latin typeface="Calibri" panose="020F0502020204030204" pitchFamily="34" charset="0"/>
              <a:ea typeface="Calibri" panose="020F0502020204030204" pitchFamily="34" charset="0"/>
              <a:cs typeface="Calibri" panose="020F0502020204030204" pitchFamily="34" charset="0"/>
            </a:endParaRPr>
          </a:p>
          <a:p>
            <a:pPr lvl="1"/>
            <a:r>
              <a:rPr lang="pt-BR" sz="2400" dirty="0">
                <a:latin typeface="Calibri" panose="020F0502020204030204" pitchFamily="34" charset="0"/>
                <a:ea typeface="Calibri" panose="020F0502020204030204" pitchFamily="34" charset="0"/>
                <a:cs typeface="Calibri" panose="020F0502020204030204" pitchFamily="34" charset="0"/>
              </a:rPr>
              <a:t>Havia uma porta, mas ela se abria para Karl. Um corredor estreito surgiu entre as pedras, como se a própria construção se moldasse à sua presença. Lá dentro, o ar era pesado, impregnado de séculos de dor e promessas </a:t>
            </a:r>
            <a:r>
              <a:rPr lang="pt-BR" sz="2400" dirty="0" err="1">
                <a:latin typeface="Calibri" panose="020F0502020204030204" pitchFamily="34" charset="0"/>
                <a:ea typeface="Calibri" panose="020F0502020204030204" pitchFamily="34" charset="0"/>
                <a:cs typeface="Calibri" panose="020F0502020204030204" pitchFamily="34" charset="0"/>
              </a:rPr>
              <a:t>quebradas.No</a:t>
            </a:r>
            <a:r>
              <a:rPr lang="pt-BR" sz="2400" dirty="0">
                <a:latin typeface="Calibri" panose="020F0502020204030204" pitchFamily="34" charset="0"/>
                <a:ea typeface="Calibri" panose="020F0502020204030204" pitchFamily="34" charset="0"/>
                <a:cs typeface="Calibri" panose="020F0502020204030204" pitchFamily="34" charset="0"/>
              </a:rPr>
              <a:t> centro da sala circular, uma figura o aguardava. Alta, envolta em trapos escuros, com olhos que brilhavam como brasas. O Guardião. Ele não falava com palavras, mas com pensamentos. Mostrou a Karl visões de reis corrompidos, de pactos selados com sangue, de assassinos que vieram antes dele — todos consumidos pela </a:t>
            </a:r>
            <a:r>
              <a:rPr lang="pt-BR" sz="2400" dirty="0" err="1">
                <a:latin typeface="Calibri" panose="020F0502020204030204" pitchFamily="34" charset="0"/>
                <a:ea typeface="Calibri" panose="020F0502020204030204" pitchFamily="34" charset="0"/>
                <a:cs typeface="Calibri" panose="020F0502020204030204" pitchFamily="34" charset="0"/>
              </a:rPr>
              <a:t>torre.Mas</a:t>
            </a:r>
            <a:r>
              <a:rPr lang="pt-BR" sz="2400" dirty="0">
                <a:latin typeface="Calibri" panose="020F0502020204030204" pitchFamily="34" charset="0"/>
                <a:ea typeface="Calibri" panose="020F0502020204030204" pitchFamily="34" charset="0"/>
                <a:cs typeface="Calibri" panose="020F0502020204030204" pitchFamily="34" charset="0"/>
              </a:rPr>
              <a:t> Karl era diferente. Ele não buscava glória. Ele buscava equilíbrio. E por isso, o Guardião lhe ofereceu um presente: uma terceira lâmina, feita de obsidiana viva, que pulsava como um coração. “Ela corta o que não pode ser visto”, disse a voz em sua </a:t>
            </a:r>
            <a:r>
              <a:rPr lang="pt-BR" sz="2400" dirty="0" err="1">
                <a:latin typeface="Calibri" panose="020F0502020204030204" pitchFamily="34" charset="0"/>
                <a:ea typeface="Calibri" panose="020F0502020204030204" pitchFamily="34" charset="0"/>
                <a:cs typeface="Calibri" panose="020F0502020204030204" pitchFamily="34" charset="0"/>
              </a:rPr>
              <a:t>mente.Karl</a:t>
            </a:r>
            <a:r>
              <a:rPr lang="pt-BR" sz="2400" dirty="0">
                <a:latin typeface="Calibri" panose="020F0502020204030204" pitchFamily="34" charset="0"/>
                <a:ea typeface="Calibri" panose="020F0502020204030204" pitchFamily="34" charset="0"/>
                <a:cs typeface="Calibri" panose="020F0502020204030204" pitchFamily="34" charset="0"/>
              </a:rPr>
              <a:t> aceitou. E naquele momento, parte dele morreu. E outra parte nasceu.</a:t>
            </a:r>
            <a:endParaRPr lang="pt-BR" dirty="0"/>
          </a:p>
        </p:txBody>
      </p:sp>
      <p:sp>
        <p:nvSpPr>
          <p:cNvPr id="5" name="Retângulo 4">
            <a:extLst>
              <a:ext uri="{FF2B5EF4-FFF2-40B4-BE49-F238E27FC236}">
                <a16:creationId xmlns:a16="http://schemas.microsoft.com/office/drawing/2014/main" id="{053E1EC7-449A-D036-8D7F-CA827B98E26D}"/>
              </a:ext>
            </a:extLst>
          </p:cNvPr>
          <p:cNvSpPr/>
          <p:nvPr/>
        </p:nvSpPr>
        <p:spPr>
          <a:xfrm>
            <a:off x="265176" y="0"/>
            <a:ext cx="155448" cy="1060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0CE4FBB8-B16B-186F-CD35-478A196533AC}"/>
              </a:ext>
            </a:extLst>
          </p:cNvPr>
          <p:cNvSpPr txBox="1"/>
          <p:nvPr/>
        </p:nvSpPr>
        <p:spPr>
          <a:xfrm>
            <a:off x="658368" y="530352"/>
            <a:ext cx="7205472" cy="861774"/>
          </a:xfrm>
          <a:prstGeom prst="rect">
            <a:avLst/>
          </a:prstGeom>
          <a:noFill/>
        </p:spPr>
        <p:txBody>
          <a:bodyPr wrap="square" rtlCol="0">
            <a:spAutoFit/>
          </a:bodyPr>
          <a:lstStyle/>
          <a:p>
            <a:r>
              <a:rPr lang="pt-BR" sz="3200" b="1" dirty="0">
                <a:latin typeface="Calibri" panose="020F0502020204030204" pitchFamily="34" charset="0"/>
                <a:ea typeface="Calibri" panose="020F0502020204030204" pitchFamily="34" charset="0"/>
                <a:cs typeface="Calibri" panose="020F0502020204030204" pitchFamily="34" charset="0"/>
              </a:rPr>
              <a:t>A Sombra de Karl Borg</a:t>
            </a:r>
            <a:r>
              <a:rPr lang="pt-BR" sz="3200" dirty="0">
                <a:latin typeface="Impact" panose="020B0806030902050204" pitchFamily="34" charset="0"/>
                <a:ea typeface="Calibri" panose="020F0502020204030204" pitchFamily="34" charset="0"/>
                <a:cs typeface="Calibri" panose="020F0502020204030204" pitchFamily="34" charset="0"/>
              </a:rPr>
              <a:t> </a:t>
            </a:r>
          </a:p>
          <a:p>
            <a:endParaRPr lang="pt-BR" dirty="0"/>
          </a:p>
        </p:txBody>
      </p:sp>
      <p:sp>
        <p:nvSpPr>
          <p:cNvPr id="2" name="Espaço Reservado para Rodapé 1">
            <a:extLst>
              <a:ext uri="{FF2B5EF4-FFF2-40B4-BE49-F238E27FC236}">
                <a16:creationId xmlns:a16="http://schemas.microsoft.com/office/drawing/2014/main" id="{73924EE2-269A-7C69-9F8A-206D9C48DBA1}"/>
              </a:ext>
            </a:extLst>
          </p:cNvPr>
          <p:cNvSpPr>
            <a:spLocks noGrp="1"/>
          </p:cNvSpPr>
          <p:nvPr>
            <p:ph type="ftr" sz="quarter" idx="11"/>
          </p:nvPr>
        </p:nvSpPr>
        <p:spPr/>
        <p:txBody>
          <a:bodyPr/>
          <a:lstStyle/>
          <a:p>
            <a:r>
              <a:rPr lang="pt-BR"/>
              <a:t>A TORRE NEGRA - SABRINA S. MACHADO</a:t>
            </a:r>
          </a:p>
        </p:txBody>
      </p:sp>
      <p:sp>
        <p:nvSpPr>
          <p:cNvPr id="3" name="Espaço Reservado para Número de Slide 2">
            <a:extLst>
              <a:ext uri="{FF2B5EF4-FFF2-40B4-BE49-F238E27FC236}">
                <a16:creationId xmlns:a16="http://schemas.microsoft.com/office/drawing/2014/main" id="{E287A7E3-C59A-1894-7331-D168DDB3AD51}"/>
              </a:ext>
            </a:extLst>
          </p:cNvPr>
          <p:cNvSpPr>
            <a:spLocks noGrp="1"/>
          </p:cNvSpPr>
          <p:nvPr>
            <p:ph type="sldNum" sz="quarter" idx="12"/>
          </p:nvPr>
        </p:nvSpPr>
        <p:spPr/>
        <p:txBody>
          <a:bodyPr/>
          <a:lstStyle/>
          <a:p>
            <a:fld id="{98F48E61-6D67-44DB-8C8F-E189F04FFFB1}" type="slidenum">
              <a:rPr lang="pt-BR" smtClean="0"/>
              <a:t>10</a:t>
            </a:fld>
            <a:endParaRPr lang="pt-BR"/>
          </a:p>
        </p:txBody>
      </p:sp>
    </p:spTree>
    <p:extLst>
      <p:ext uri="{BB962C8B-B14F-4D97-AF65-F5344CB8AC3E}">
        <p14:creationId xmlns:p14="http://schemas.microsoft.com/office/powerpoint/2010/main" val="3218441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09337-442D-A05D-38E6-58076253E161}"/>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69558AAB-35E6-135D-FE96-C74D97A7A96F}"/>
              </a:ext>
            </a:extLst>
          </p:cNvPr>
          <p:cNvSpPr/>
          <p:nvPr/>
        </p:nvSpPr>
        <p:spPr>
          <a:xfrm>
            <a:off x="0" y="-64008"/>
            <a:ext cx="9601200" cy="129296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76AC43C7-9577-A843-EDA2-FF0419929897}"/>
              </a:ext>
            </a:extLst>
          </p:cNvPr>
          <p:cNvSpPr txBox="1"/>
          <p:nvPr/>
        </p:nvSpPr>
        <p:spPr>
          <a:xfrm>
            <a:off x="786384" y="7341167"/>
            <a:ext cx="8321039" cy="4524315"/>
          </a:xfrm>
          <a:prstGeom prst="rect">
            <a:avLst/>
          </a:prstGeom>
          <a:noFill/>
        </p:spPr>
        <p:txBody>
          <a:bodyPr wrap="square" rtlCol="0">
            <a:spAutoFit/>
          </a:bodyPr>
          <a:lstStyle/>
          <a:p>
            <a:pPr algn="ctr"/>
            <a:r>
              <a:rPr lang="pt-BR" sz="9600" dirty="0">
                <a:solidFill>
                  <a:schemeClr val="bg1"/>
                </a:solidFill>
                <a:latin typeface="Impact" panose="020B0806030902050204" pitchFamily="34" charset="0"/>
              </a:rPr>
              <a:t> O Julgamento de </a:t>
            </a:r>
            <a:r>
              <a:rPr lang="pt-BR" sz="9600" dirty="0" err="1">
                <a:solidFill>
                  <a:schemeClr val="bg1"/>
                </a:solidFill>
                <a:latin typeface="Impact" panose="020B0806030902050204" pitchFamily="34" charset="0"/>
              </a:rPr>
              <a:t>Varnholt</a:t>
            </a:r>
            <a:endParaRPr lang="pt-BR" sz="9600" dirty="0">
              <a:solidFill>
                <a:schemeClr val="bg1"/>
              </a:solidFill>
              <a:latin typeface="Impact" panose="020B0806030902050204" pitchFamily="34" charset="0"/>
            </a:endParaRPr>
          </a:p>
          <a:p>
            <a:pPr algn="ctr"/>
            <a:endParaRPr lang="pt-BR" sz="9600" dirty="0">
              <a:solidFill>
                <a:schemeClr val="bg1"/>
              </a:solidFill>
              <a:latin typeface="Impact" panose="020B0806030902050204" pitchFamily="34" charset="0"/>
            </a:endParaRPr>
          </a:p>
        </p:txBody>
      </p:sp>
      <p:sp>
        <p:nvSpPr>
          <p:cNvPr id="9" name="CaixaDeTexto 8">
            <a:extLst>
              <a:ext uri="{FF2B5EF4-FFF2-40B4-BE49-F238E27FC236}">
                <a16:creationId xmlns:a16="http://schemas.microsoft.com/office/drawing/2014/main" id="{D4A6185D-D5B7-10D4-B6B9-E559FC2F3050}"/>
              </a:ext>
            </a:extLst>
          </p:cNvPr>
          <p:cNvSpPr txBox="1"/>
          <p:nvPr/>
        </p:nvSpPr>
        <p:spPr>
          <a:xfrm>
            <a:off x="2542031" y="3353812"/>
            <a:ext cx="4809744" cy="3046988"/>
          </a:xfrm>
          <a:prstGeom prst="rect">
            <a:avLst/>
          </a:prstGeom>
          <a:noFill/>
        </p:spPr>
        <p:txBody>
          <a:bodyPr wrap="square">
            <a:spAutoFit/>
          </a:bodyPr>
          <a:lstStyle/>
          <a:p>
            <a:pPr algn="ctr"/>
            <a:r>
              <a:rPr lang="pt-BR" sz="9600" dirty="0">
                <a:solidFill>
                  <a:schemeClr val="bg1"/>
                </a:solidFill>
                <a:latin typeface="Impact" panose="020B0806030902050204" pitchFamily="34" charset="0"/>
              </a:rPr>
              <a:t>CAPÍTULO 5</a:t>
            </a:r>
          </a:p>
        </p:txBody>
      </p:sp>
      <p:sp>
        <p:nvSpPr>
          <p:cNvPr id="2" name="Espaço Reservado para Rodapé 1">
            <a:extLst>
              <a:ext uri="{FF2B5EF4-FFF2-40B4-BE49-F238E27FC236}">
                <a16:creationId xmlns:a16="http://schemas.microsoft.com/office/drawing/2014/main" id="{91A771EE-2889-5E2C-21CE-7CB4C9E6FCD0}"/>
              </a:ext>
            </a:extLst>
          </p:cNvPr>
          <p:cNvSpPr>
            <a:spLocks noGrp="1"/>
          </p:cNvSpPr>
          <p:nvPr>
            <p:ph type="ftr" sz="quarter" idx="11"/>
          </p:nvPr>
        </p:nvSpPr>
        <p:spPr/>
        <p:txBody>
          <a:bodyPr/>
          <a:lstStyle/>
          <a:p>
            <a:r>
              <a:rPr lang="pt-BR"/>
              <a:t>A TORRE NEGRA - SABRINA S. MACHADO</a:t>
            </a:r>
          </a:p>
        </p:txBody>
      </p:sp>
      <p:sp>
        <p:nvSpPr>
          <p:cNvPr id="3" name="Espaço Reservado para Número de Slide 2">
            <a:extLst>
              <a:ext uri="{FF2B5EF4-FFF2-40B4-BE49-F238E27FC236}">
                <a16:creationId xmlns:a16="http://schemas.microsoft.com/office/drawing/2014/main" id="{2F8FA6CB-9EEF-C8E9-3FCA-A607358F9099}"/>
              </a:ext>
            </a:extLst>
          </p:cNvPr>
          <p:cNvSpPr>
            <a:spLocks noGrp="1"/>
          </p:cNvSpPr>
          <p:nvPr>
            <p:ph type="sldNum" sz="quarter" idx="12"/>
          </p:nvPr>
        </p:nvSpPr>
        <p:spPr/>
        <p:txBody>
          <a:bodyPr/>
          <a:lstStyle/>
          <a:p>
            <a:fld id="{98F48E61-6D67-44DB-8C8F-E189F04FFFB1}" type="slidenum">
              <a:rPr lang="pt-BR" smtClean="0"/>
              <a:t>11</a:t>
            </a:fld>
            <a:endParaRPr lang="pt-BR"/>
          </a:p>
        </p:txBody>
      </p:sp>
    </p:spTree>
    <p:extLst>
      <p:ext uri="{BB962C8B-B14F-4D97-AF65-F5344CB8AC3E}">
        <p14:creationId xmlns:p14="http://schemas.microsoft.com/office/powerpoint/2010/main" val="2613187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BCDA1-4C65-FF90-C366-32D825FA8FB7}"/>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C982E3F8-4A4C-638A-4981-2576CCCB90C5}"/>
              </a:ext>
            </a:extLst>
          </p:cNvPr>
          <p:cNvSpPr txBox="1"/>
          <p:nvPr/>
        </p:nvSpPr>
        <p:spPr>
          <a:xfrm>
            <a:off x="822960" y="1243584"/>
            <a:ext cx="7717536" cy="7232749"/>
          </a:xfrm>
          <a:prstGeom prst="rect">
            <a:avLst/>
          </a:prstGeom>
          <a:noFill/>
        </p:spPr>
        <p:txBody>
          <a:bodyPr wrap="square" rtlCol="0">
            <a:spAutoFit/>
          </a:bodyPr>
          <a:lstStyle/>
          <a:p>
            <a:endParaRPr lang="pt-BR" sz="2400" dirty="0">
              <a:latin typeface="Calibri" panose="020F0502020204030204" pitchFamily="34" charset="0"/>
              <a:ea typeface="Calibri" panose="020F0502020204030204" pitchFamily="34" charset="0"/>
              <a:cs typeface="Calibri" panose="020F0502020204030204" pitchFamily="34" charset="0"/>
            </a:endParaRPr>
          </a:p>
          <a:p>
            <a:r>
              <a:rPr lang="pt-BR" sz="3200" dirty="0">
                <a:latin typeface="Calibri" panose="020F0502020204030204" pitchFamily="34" charset="0"/>
                <a:ea typeface="Calibri" panose="020F0502020204030204" pitchFamily="34" charset="0"/>
                <a:cs typeface="Calibri" panose="020F0502020204030204" pitchFamily="34" charset="0"/>
              </a:rPr>
              <a:t>🌑 Capítulo 5 — O Julgamento de </a:t>
            </a:r>
            <a:r>
              <a:rPr lang="pt-BR" sz="3200" dirty="0" err="1">
                <a:latin typeface="Calibri" panose="020F0502020204030204" pitchFamily="34" charset="0"/>
                <a:ea typeface="Calibri" panose="020F0502020204030204" pitchFamily="34" charset="0"/>
                <a:cs typeface="Calibri" panose="020F0502020204030204" pitchFamily="34" charset="0"/>
              </a:rPr>
              <a:t>Varnholt</a:t>
            </a:r>
            <a:endParaRPr lang="pt-BR" sz="3200" dirty="0">
              <a:latin typeface="Calibri" panose="020F0502020204030204" pitchFamily="34" charset="0"/>
              <a:ea typeface="Calibri" panose="020F0502020204030204" pitchFamily="34" charset="0"/>
              <a:cs typeface="Calibri" panose="020F0502020204030204" pitchFamily="34" charset="0"/>
            </a:endParaRPr>
          </a:p>
          <a:p>
            <a:endParaRPr lang="pt-BR" sz="2400" dirty="0">
              <a:latin typeface="Calibri" panose="020F0502020204030204" pitchFamily="34" charset="0"/>
              <a:ea typeface="Calibri" panose="020F0502020204030204" pitchFamily="34" charset="0"/>
              <a:cs typeface="Calibri" panose="020F0502020204030204" pitchFamily="34" charset="0"/>
            </a:endParaRPr>
          </a:p>
          <a:p>
            <a:pPr lvl="1"/>
            <a:r>
              <a:rPr lang="pt-BR" sz="2400" dirty="0">
                <a:latin typeface="Calibri" panose="020F0502020204030204" pitchFamily="34" charset="0"/>
                <a:ea typeface="Calibri" panose="020F0502020204030204" pitchFamily="34" charset="0"/>
                <a:cs typeface="Calibri" panose="020F0502020204030204" pitchFamily="34" charset="0"/>
              </a:rPr>
              <a:t>Karl voltou à cidade como uma sombra. Os sinos da igreja tocaram sem que ninguém os tocasse. Os cães uivaram. As crianças choraram sem saber por </a:t>
            </a:r>
            <a:r>
              <a:rPr lang="pt-BR" sz="2400" dirty="0" err="1">
                <a:latin typeface="Calibri" panose="020F0502020204030204" pitchFamily="34" charset="0"/>
                <a:ea typeface="Calibri" panose="020F0502020204030204" pitchFamily="34" charset="0"/>
                <a:cs typeface="Calibri" panose="020F0502020204030204" pitchFamily="34" charset="0"/>
              </a:rPr>
              <a:t>quê.Ele</a:t>
            </a:r>
            <a:r>
              <a:rPr lang="pt-BR" sz="2400" dirty="0">
                <a:latin typeface="Calibri" panose="020F0502020204030204" pitchFamily="34" charset="0"/>
                <a:ea typeface="Calibri" panose="020F0502020204030204" pitchFamily="34" charset="0"/>
                <a:cs typeface="Calibri" panose="020F0502020204030204" pitchFamily="34" charset="0"/>
              </a:rPr>
              <a:t> sabia o que precisava fazer. A torre havia mostrado: havia um traidor entre os homens de </a:t>
            </a:r>
            <a:r>
              <a:rPr lang="pt-BR" sz="2400" dirty="0" err="1">
                <a:latin typeface="Calibri" panose="020F0502020204030204" pitchFamily="34" charset="0"/>
                <a:ea typeface="Calibri" panose="020F0502020204030204" pitchFamily="34" charset="0"/>
                <a:cs typeface="Calibri" panose="020F0502020204030204" pitchFamily="34" charset="0"/>
              </a:rPr>
              <a:t>Varnholt</a:t>
            </a:r>
            <a:r>
              <a:rPr lang="pt-BR" sz="2400" dirty="0">
                <a:latin typeface="Calibri" panose="020F0502020204030204" pitchFamily="34" charset="0"/>
                <a:ea typeface="Calibri" panose="020F0502020204030204" pitchFamily="34" charset="0"/>
                <a:cs typeface="Calibri" panose="020F0502020204030204" pitchFamily="34" charset="0"/>
              </a:rPr>
              <a:t>. Alguém que havia feito um pacto com o véu, que alimentava a floresta com sangue inocente. Karl não sabia o nome — ainda — mas sabia que a cidade estava </a:t>
            </a:r>
            <a:r>
              <a:rPr lang="pt-BR" sz="2400" dirty="0" err="1">
                <a:latin typeface="Calibri" panose="020F0502020204030204" pitchFamily="34" charset="0"/>
                <a:ea typeface="Calibri" panose="020F0502020204030204" pitchFamily="34" charset="0"/>
                <a:cs typeface="Calibri" panose="020F0502020204030204" pitchFamily="34" charset="0"/>
              </a:rPr>
              <a:t>doente.Naquela</a:t>
            </a:r>
            <a:r>
              <a:rPr lang="pt-BR" sz="2400" dirty="0">
                <a:latin typeface="Calibri" panose="020F0502020204030204" pitchFamily="34" charset="0"/>
                <a:ea typeface="Calibri" panose="020F0502020204030204" pitchFamily="34" charset="0"/>
                <a:cs typeface="Calibri" panose="020F0502020204030204" pitchFamily="34" charset="0"/>
              </a:rPr>
              <a:t> noite, ele caminhou pelas ruas como um fantasma. Observou. Escutou. E quando a lua ficou vermelha, ele agiu. Três corpos foram encontrados pela manhã, cada um com um símbolo gravado no peito — o mesmo símbolo que pulsava na lâmina de </a:t>
            </a:r>
            <a:r>
              <a:rPr lang="pt-BR" sz="2400" dirty="0" err="1">
                <a:latin typeface="Calibri" panose="020F0502020204030204" pitchFamily="34" charset="0"/>
                <a:ea typeface="Calibri" panose="020F0502020204030204" pitchFamily="34" charset="0"/>
                <a:cs typeface="Calibri" panose="020F0502020204030204" pitchFamily="34" charset="0"/>
              </a:rPr>
              <a:t>obsidiana.O</a:t>
            </a:r>
            <a:r>
              <a:rPr lang="pt-BR" sz="2400" dirty="0">
                <a:latin typeface="Calibri" panose="020F0502020204030204" pitchFamily="34" charset="0"/>
                <a:ea typeface="Calibri" panose="020F0502020204030204" pitchFamily="34" charset="0"/>
                <a:cs typeface="Calibri" panose="020F0502020204030204" pitchFamily="34" charset="0"/>
              </a:rPr>
              <a:t> povo não sabia se agradecia ou temia. Mas sabiam que Karl Borg não era mais apenas um homem. Ele era o equilíbrio. Ele era o julgamento.</a:t>
            </a:r>
            <a:endParaRPr lang="pt-BR" dirty="0"/>
          </a:p>
        </p:txBody>
      </p:sp>
      <p:sp>
        <p:nvSpPr>
          <p:cNvPr id="5" name="Retângulo 4">
            <a:extLst>
              <a:ext uri="{FF2B5EF4-FFF2-40B4-BE49-F238E27FC236}">
                <a16:creationId xmlns:a16="http://schemas.microsoft.com/office/drawing/2014/main" id="{108DDFA9-CFAE-D990-297B-2F48E6871D3E}"/>
              </a:ext>
            </a:extLst>
          </p:cNvPr>
          <p:cNvSpPr/>
          <p:nvPr/>
        </p:nvSpPr>
        <p:spPr>
          <a:xfrm>
            <a:off x="265176" y="0"/>
            <a:ext cx="155448" cy="1060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71A7753E-1906-E3D4-9736-B96D2CE250B6}"/>
              </a:ext>
            </a:extLst>
          </p:cNvPr>
          <p:cNvSpPr txBox="1"/>
          <p:nvPr/>
        </p:nvSpPr>
        <p:spPr>
          <a:xfrm>
            <a:off x="658368" y="530352"/>
            <a:ext cx="7205472" cy="861774"/>
          </a:xfrm>
          <a:prstGeom prst="rect">
            <a:avLst/>
          </a:prstGeom>
          <a:noFill/>
        </p:spPr>
        <p:txBody>
          <a:bodyPr wrap="square" rtlCol="0">
            <a:spAutoFit/>
          </a:bodyPr>
          <a:lstStyle/>
          <a:p>
            <a:r>
              <a:rPr lang="pt-BR" sz="3200" b="1" dirty="0">
                <a:latin typeface="Calibri" panose="020F0502020204030204" pitchFamily="34" charset="0"/>
                <a:ea typeface="Calibri" panose="020F0502020204030204" pitchFamily="34" charset="0"/>
                <a:cs typeface="Calibri" panose="020F0502020204030204" pitchFamily="34" charset="0"/>
              </a:rPr>
              <a:t>A Sombra de Karl Borg</a:t>
            </a:r>
            <a:r>
              <a:rPr lang="pt-BR" sz="3200" dirty="0">
                <a:latin typeface="Impact" panose="020B0806030902050204" pitchFamily="34" charset="0"/>
                <a:ea typeface="Calibri" panose="020F0502020204030204" pitchFamily="34" charset="0"/>
                <a:cs typeface="Calibri" panose="020F0502020204030204" pitchFamily="34" charset="0"/>
              </a:rPr>
              <a:t> </a:t>
            </a:r>
          </a:p>
          <a:p>
            <a:endParaRPr lang="pt-BR" dirty="0"/>
          </a:p>
        </p:txBody>
      </p:sp>
      <p:sp>
        <p:nvSpPr>
          <p:cNvPr id="2" name="Espaço Reservado para Rodapé 1">
            <a:extLst>
              <a:ext uri="{FF2B5EF4-FFF2-40B4-BE49-F238E27FC236}">
                <a16:creationId xmlns:a16="http://schemas.microsoft.com/office/drawing/2014/main" id="{36E208FF-53BA-C016-B3C0-FDC9EE0CE918}"/>
              </a:ext>
            </a:extLst>
          </p:cNvPr>
          <p:cNvSpPr>
            <a:spLocks noGrp="1"/>
          </p:cNvSpPr>
          <p:nvPr>
            <p:ph type="ftr" sz="quarter" idx="11"/>
          </p:nvPr>
        </p:nvSpPr>
        <p:spPr/>
        <p:txBody>
          <a:bodyPr/>
          <a:lstStyle/>
          <a:p>
            <a:r>
              <a:rPr lang="pt-BR"/>
              <a:t>A TORRE NEGRA - SABRINA S. MACHADO</a:t>
            </a:r>
          </a:p>
        </p:txBody>
      </p:sp>
      <p:sp>
        <p:nvSpPr>
          <p:cNvPr id="3" name="Espaço Reservado para Número de Slide 2">
            <a:extLst>
              <a:ext uri="{FF2B5EF4-FFF2-40B4-BE49-F238E27FC236}">
                <a16:creationId xmlns:a16="http://schemas.microsoft.com/office/drawing/2014/main" id="{24AACCCE-94A7-369F-6394-A8F42ADF8337}"/>
              </a:ext>
            </a:extLst>
          </p:cNvPr>
          <p:cNvSpPr>
            <a:spLocks noGrp="1"/>
          </p:cNvSpPr>
          <p:nvPr>
            <p:ph type="sldNum" sz="quarter" idx="12"/>
          </p:nvPr>
        </p:nvSpPr>
        <p:spPr/>
        <p:txBody>
          <a:bodyPr/>
          <a:lstStyle/>
          <a:p>
            <a:fld id="{98F48E61-6D67-44DB-8C8F-E189F04FFFB1}" type="slidenum">
              <a:rPr lang="pt-BR" smtClean="0"/>
              <a:t>12</a:t>
            </a:fld>
            <a:endParaRPr lang="pt-BR"/>
          </a:p>
        </p:txBody>
      </p:sp>
    </p:spTree>
    <p:extLst>
      <p:ext uri="{BB962C8B-B14F-4D97-AF65-F5344CB8AC3E}">
        <p14:creationId xmlns:p14="http://schemas.microsoft.com/office/powerpoint/2010/main" val="2106957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7ECE3-CB00-0488-071B-DC17EB7EC6D7}"/>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F442549C-FBC7-7915-3D8A-42EFEA4367D9}"/>
              </a:ext>
            </a:extLst>
          </p:cNvPr>
          <p:cNvSpPr/>
          <p:nvPr/>
        </p:nvSpPr>
        <p:spPr>
          <a:xfrm>
            <a:off x="0" y="-64008"/>
            <a:ext cx="9601200" cy="129296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14CAB5B7-9C62-6C6D-FAF1-35C280BFE816}"/>
              </a:ext>
            </a:extLst>
          </p:cNvPr>
          <p:cNvSpPr txBox="1"/>
          <p:nvPr/>
        </p:nvSpPr>
        <p:spPr>
          <a:xfrm>
            <a:off x="786384" y="7341167"/>
            <a:ext cx="8321039" cy="1569660"/>
          </a:xfrm>
          <a:prstGeom prst="rect">
            <a:avLst/>
          </a:prstGeom>
          <a:noFill/>
        </p:spPr>
        <p:txBody>
          <a:bodyPr wrap="square" rtlCol="0">
            <a:spAutoFit/>
          </a:bodyPr>
          <a:lstStyle/>
          <a:p>
            <a:pPr algn="ctr"/>
            <a:r>
              <a:rPr lang="pt-BR" sz="9600" dirty="0">
                <a:solidFill>
                  <a:schemeClr val="bg1"/>
                </a:solidFill>
                <a:latin typeface="Impact" panose="020B0806030902050204" pitchFamily="34" charset="0"/>
              </a:rPr>
              <a:t> </a:t>
            </a:r>
          </a:p>
        </p:txBody>
      </p:sp>
      <p:sp>
        <p:nvSpPr>
          <p:cNvPr id="9" name="CaixaDeTexto 8">
            <a:extLst>
              <a:ext uri="{FF2B5EF4-FFF2-40B4-BE49-F238E27FC236}">
                <a16:creationId xmlns:a16="http://schemas.microsoft.com/office/drawing/2014/main" id="{E764097C-80CC-137F-D8BE-6A943FFE9AD0}"/>
              </a:ext>
            </a:extLst>
          </p:cNvPr>
          <p:cNvSpPr txBox="1"/>
          <p:nvPr/>
        </p:nvSpPr>
        <p:spPr>
          <a:xfrm>
            <a:off x="146303" y="5615970"/>
            <a:ext cx="9454897" cy="1569660"/>
          </a:xfrm>
          <a:prstGeom prst="rect">
            <a:avLst/>
          </a:prstGeom>
          <a:noFill/>
        </p:spPr>
        <p:txBody>
          <a:bodyPr wrap="square">
            <a:spAutoFit/>
          </a:bodyPr>
          <a:lstStyle/>
          <a:p>
            <a:pPr algn="ctr"/>
            <a:r>
              <a:rPr lang="pt-BR" sz="9600" dirty="0">
                <a:solidFill>
                  <a:schemeClr val="bg1"/>
                </a:solidFill>
                <a:latin typeface="Impact" panose="020B0806030902050204" pitchFamily="34" charset="0"/>
              </a:rPr>
              <a:t>AGRADECIMENTOS</a:t>
            </a:r>
          </a:p>
        </p:txBody>
      </p:sp>
      <p:sp>
        <p:nvSpPr>
          <p:cNvPr id="2" name="Espaço Reservado para Rodapé 1">
            <a:extLst>
              <a:ext uri="{FF2B5EF4-FFF2-40B4-BE49-F238E27FC236}">
                <a16:creationId xmlns:a16="http://schemas.microsoft.com/office/drawing/2014/main" id="{9A5A3925-FEFC-3B67-02CA-A2FF47E5962E}"/>
              </a:ext>
            </a:extLst>
          </p:cNvPr>
          <p:cNvSpPr>
            <a:spLocks noGrp="1"/>
          </p:cNvSpPr>
          <p:nvPr>
            <p:ph type="ftr" sz="quarter" idx="11"/>
          </p:nvPr>
        </p:nvSpPr>
        <p:spPr/>
        <p:txBody>
          <a:bodyPr/>
          <a:lstStyle/>
          <a:p>
            <a:r>
              <a:rPr lang="pt-BR"/>
              <a:t>A TORRE NEGRA - SABRINA S. MACHADO</a:t>
            </a:r>
          </a:p>
        </p:txBody>
      </p:sp>
      <p:sp>
        <p:nvSpPr>
          <p:cNvPr id="3" name="Espaço Reservado para Número de Slide 2">
            <a:extLst>
              <a:ext uri="{FF2B5EF4-FFF2-40B4-BE49-F238E27FC236}">
                <a16:creationId xmlns:a16="http://schemas.microsoft.com/office/drawing/2014/main" id="{0464AA29-1459-87D8-AE54-8E1819C57295}"/>
              </a:ext>
            </a:extLst>
          </p:cNvPr>
          <p:cNvSpPr>
            <a:spLocks noGrp="1"/>
          </p:cNvSpPr>
          <p:nvPr>
            <p:ph type="sldNum" sz="quarter" idx="12"/>
          </p:nvPr>
        </p:nvSpPr>
        <p:spPr/>
        <p:txBody>
          <a:bodyPr/>
          <a:lstStyle/>
          <a:p>
            <a:fld id="{98F48E61-6D67-44DB-8C8F-E189F04FFFB1}" type="slidenum">
              <a:rPr lang="pt-BR" smtClean="0"/>
              <a:t>13</a:t>
            </a:fld>
            <a:endParaRPr lang="pt-BR"/>
          </a:p>
        </p:txBody>
      </p:sp>
    </p:spTree>
    <p:extLst>
      <p:ext uri="{BB962C8B-B14F-4D97-AF65-F5344CB8AC3E}">
        <p14:creationId xmlns:p14="http://schemas.microsoft.com/office/powerpoint/2010/main" val="3198697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27989-5A34-0B7F-CC64-CA97E07CF4F6}"/>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977F858A-AC02-473F-0E6E-887B30CA18AB}"/>
              </a:ext>
            </a:extLst>
          </p:cNvPr>
          <p:cNvSpPr txBox="1"/>
          <p:nvPr/>
        </p:nvSpPr>
        <p:spPr>
          <a:xfrm>
            <a:off x="822960" y="1243584"/>
            <a:ext cx="7717536" cy="2800767"/>
          </a:xfrm>
          <a:prstGeom prst="rect">
            <a:avLst/>
          </a:prstGeom>
          <a:noFill/>
        </p:spPr>
        <p:txBody>
          <a:bodyPr wrap="square" rtlCol="0">
            <a:spAutoFit/>
          </a:bodyPr>
          <a:lstStyle/>
          <a:p>
            <a:endParaRPr lang="pt-BR" sz="2400" dirty="0">
              <a:latin typeface="Calibri" panose="020F0502020204030204" pitchFamily="34" charset="0"/>
              <a:ea typeface="Calibri" panose="020F0502020204030204" pitchFamily="34" charset="0"/>
              <a:cs typeface="Calibri" panose="020F0502020204030204" pitchFamily="34" charset="0"/>
            </a:endParaRPr>
          </a:p>
          <a:p>
            <a:r>
              <a:rPr lang="pt-BR" sz="3200" dirty="0">
                <a:latin typeface="Calibri" panose="020F0502020204030204" pitchFamily="34" charset="0"/>
                <a:ea typeface="Calibri" panose="020F0502020204030204" pitchFamily="34" charset="0"/>
                <a:cs typeface="Calibri" panose="020F0502020204030204" pitchFamily="34" charset="0"/>
              </a:rPr>
              <a:t>🌑 Obrigado por ler até aqui. </a:t>
            </a:r>
          </a:p>
          <a:p>
            <a:endParaRPr lang="pt-BR" sz="2400" dirty="0">
              <a:latin typeface="Calibri" panose="020F0502020204030204" pitchFamily="34" charset="0"/>
              <a:ea typeface="Calibri" panose="020F0502020204030204" pitchFamily="34" charset="0"/>
              <a:cs typeface="Calibri" panose="020F0502020204030204" pitchFamily="34" charset="0"/>
            </a:endParaRPr>
          </a:p>
          <a:p>
            <a:pPr lvl="1"/>
            <a:r>
              <a:rPr lang="pt-BR" sz="2400" dirty="0">
                <a:latin typeface="Calibri" panose="020F0502020204030204" pitchFamily="34" charset="0"/>
                <a:ea typeface="Calibri" panose="020F0502020204030204" pitchFamily="34" charset="0"/>
                <a:cs typeface="Calibri" panose="020F0502020204030204" pitchFamily="34" charset="0"/>
              </a:rPr>
              <a:t>Este </a:t>
            </a:r>
            <a:r>
              <a:rPr lang="pt-BR" sz="2400" dirty="0" err="1">
                <a:latin typeface="Calibri" panose="020F0502020204030204" pitchFamily="34" charset="0"/>
                <a:ea typeface="Calibri" panose="020F0502020204030204" pitchFamily="34" charset="0"/>
                <a:cs typeface="Calibri" panose="020F0502020204030204" pitchFamily="34" charset="0"/>
              </a:rPr>
              <a:t>eBook</a:t>
            </a:r>
            <a:r>
              <a:rPr lang="pt-BR" sz="2400" dirty="0">
                <a:latin typeface="Calibri" panose="020F0502020204030204" pitchFamily="34" charset="0"/>
                <a:ea typeface="Calibri" panose="020F0502020204030204" pitchFamily="34" charset="0"/>
                <a:cs typeface="Calibri" panose="020F0502020204030204" pitchFamily="34" charset="0"/>
              </a:rPr>
              <a:t> foi tecido por mãos invisíveis: a imaginação e a inteligência artificial. </a:t>
            </a:r>
          </a:p>
          <a:p>
            <a:pPr lvl="1"/>
            <a:r>
              <a:rPr lang="pt-BR" sz="2400" dirty="0">
                <a:latin typeface="Calibri" panose="020F0502020204030204" pitchFamily="34" charset="0"/>
                <a:ea typeface="Calibri" panose="020F0502020204030204" pitchFamily="34" charset="0"/>
                <a:cs typeface="Calibri" panose="020F0502020204030204" pitchFamily="34" charset="0"/>
              </a:rPr>
              <a:t>É um projeto desenvolvido a partir do </a:t>
            </a:r>
            <a:r>
              <a:rPr lang="pt-BR" sz="2400" dirty="0" err="1">
                <a:latin typeface="Calibri" panose="020F0502020204030204" pitchFamily="34" charset="0"/>
                <a:ea typeface="Calibri" panose="020F0502020204030204" pitchFamily="34" charset="0"/>
                <a:cs typeface="Calibri" panose="020F0502020204030204" pitchFamily="34" charset="0"/>
              </a:rPr>
              <a:t>Bootcamp</a:t>
            </a:r>
            <a:r>
              <a:rPr lang="pt-BR" sz="2400" dirty="0">
                <a:latin typeface="Calibri" panose="020F0502020204030204" pitchFamily="34" charset="0"/>
                <a:ea typeface="Calibri" panose="020F0502020204030204" pitchFamily="34" charset="0"/>
                <a:cs typeface="Calibri" panose="020F0502020204030204" pitchFamily="34" charset="0"/>
              </a:rPr>
              <a:t>: Universia - Fundamentos de IA Generativa.</a:t>
            </a:r>
            <a:endParaRPr lang="pt-BR" dirty="0"/>
          </a:p>
        </p:txBody>
      </p:sp>
      <p:sp>
        <p:nvSpPr>
          <p:cNvPr id="5" name="Retângulo 4">
            <a:extLst>
              <a:ext uri="{FF2B5EF4-FFF2-40B4-BE49-F238E27FC236}">
                <a16:creationId xmlns:a16="http://schemas.microsoft.com/office/drawing/2014/main" id="{39C02E3E-3C18-280D-4D78-8CD70E01AC3A}"/>
              </a:ext>
            </a:extLst>
          </p:cNvPr>
          <p:cNvSpPr/>
          <p:nvPr/>
        </p:nvSpPr>
        <p:spPr>
          <a:xfrm>
            <a:off x="265176" y="0"/>
            <a:ext cx="155448" cy="1060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75D7A863-FB02-B0EB-5E80-9948286712DE}"/>
              </a:ext>
            </a:extLst>
          </p:cNvPr>
          <p:cNvSpPr txBox="1"/>
          <p:nvPr/>
        </p:nvSpPr>
        <p:spPr>
          <a:xfrm>
            <a:off x="658368" y="530352"/>
            <a:ext cx="7205472" cy="861774"/>
          </a:xfrm>
          <a:prstGeom prst="rect">
            <a:avLst/>
          </a:prstGeom>
          <a:noFill/>
        </p:spPr>
        <p:txBody>
          <a:bodyPr wrap="square" rtlCol="0">
            <a:spAutoFit/>
          </a:bodyPr>
          <a:lstStyle/>
          <a:p>
            <a:r>
              <a:rPr lang="pt-BR" sz="3200" b="1" dirty="0">
                <a:latin typeface="Calibri" panose="020F0502020204030204" pitchFamily="34" charset="0"/>
                <a:ea typeface="Calibri" panose="020F0502020204030204" pitchFamily="34" charset="0"/>
                <a:cs typeface="Calibri" panose="020F0502020204030204" pitchFamily="34" charset="0"/>
              </a:rPr>
              <a:t>A Sombra de Karl Borg</a:t>
            </a:r>
            <a:r>
              <a:rPr lang="pt-BR" sz="3200" dirty="0">
                <a:latin typeface="Impact" panose="020B0806030902050204" pitchFamily="34" charset="0"/>
                <a:ea typeface="Calibri" panose="020F0502020204030204" pitchFamily="34" charset="0"/>
                <a:cs typeface="Calibri" panose="020F0502020204030204" pitchFamily="34" charset="0"/>
              </a:rPr>
              <a:t> </a:t>
            </a:r>
          </a:p>
          <a:p>
            <a:endParaRPr lang="pt-BR" dirty="0"/>
          </a:p>
        </p:txBody>
      </p:sp>
      <p:sp>
        <p:nvSpPr>
          <p:cNvPr id="2" name="Espaço Reservado para Rodapé 1">
            <a:extLst>
              <a:ext uri="{FF2B5EF4-FFF2-40B4-BE49-F238E27FC236}">
                <a16:creationId xmlns:a16="http://schemas.microsoft.com/office/drawing/2014/main" id="{993704D5-5BBD-EF46-3900-7FDD63F88468}"/>
              </a:ext>
            </a:extLst>
          </p:cNvPr>
          <p:cNvSpPr>
            <a:spLocks noGrp="1"/>
          </p:cNvSpPr>
          <p:nvPr>
            <p:ph type="ftr" sz="quarter" idx="11"/>
          </p:nvPr>
        </p:nvSpPr>
        <p:spPr/>
        <p:txBody>
          <a:bodyPr/>
          <a:lstStyle/>
          <a:p>
            <a:r>
              <a:rPr lang="pt-BR"/>
              <a:t>A TORRE NEGRA - SABRINA S. MACHADO</a:t>
            </a:r>
          </a:p>
        </p:txBody>
      </p:sp>
      <p:sp>
        <p:nvSpPr>
          <p:cNvPr id="3" name="Espaço Reservado para Número de Slide 2">
            <a:extLst>
              <a:ext uri="{FF2B5EF4-FFF2-40B4-BE49-F238E27FC236}">
                <a16:creationId xmlns:a16="http://schemas.microsoft.com/office/drawing/2014/main" id="{35AF103B-77E2-DC68-715A-A1554AD33F3F}"/>
              </a:ext>
            </a:extLst>
          </p:cNvPr>
          <p:cNvSpPr>
            <a:spLocks noGrp="1"/>
          </p:cNvSpPr>
          <p:nvPr>
            <p:ph type="sldNum" sz="quarter" idx="12"/>
          </p:nvPr>
        </p:nvSpPr>
        <p:spPr/>
        <p:txBody>
          <a:bodyPr/>
          <a:lstStyle/>
          <a:p>
            <a:fld id="{98F48E61-6D67-44DB-8C8F-E189F04FFFB1}" type="slidenum">
              <a:rPr lang="pt-BR" smtClean="0"/>
              <a:t>14</a:t>
            </a:fld>
            <a:endParaRPr lang="pt-BR"/>
          </a:p>
        </p:txBody>
      </p:sp>
    </p:spTree>
    <p:extLst>
      <p:ext uri="{BB962C8B-B14F-4D97-AF65-F5344CB8AC3E}">
        <p14:creationId xmlns:p14="http://schemas.microsoft.com/office/powerpoint/2010/main" val="1662703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F474B6-A35F-8356-14D0-9BBA9F68B147}"/>
              </a:ext>
            </a:extLst>
          </p:cNvPr>
          <p:cNvSpPr>
            <a:spLocks noGrp="1"/>
          </p:cNvSpPr>
          <p:nvPr>
            <p:ph type="title"/>
          </p:nvPr>
        </p:nvSpPr>
        <p:spPr/>
        <p:txBody>
          <a:bodyPr/>
          <a:lstStyle/>
          <a:p>
            <a:endParaRPr lang="pt-BR"/>
          </a:p>
        </p:txBody>
      </p:sp>
      <p:pic>
        <p:nvPicPr>
          <p:cNvPr id="9" name="Espaço Reservado para Conteúdo 8" descr="Imagem digital fictícia de personagem de filme&#10;&#10;O conteúdo gerado por IA pode estar incorreto.">
            <a:extLst>
              <a:ext uri="{FF2B5EF4-FFF2-40B4-BE49-F238E27FC236}">
                <a16:creationId xmlns:a16="http://schemas.microsoft.com/office/drawing/2014/main" id="{F2084D23-F022-F1DE-4607-17A2B87D3C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601200" cy="12865609"/>
          </a:xfrm>
        </p:spPr>
      </p:pic>
      <p:sp>
        <p:nvSpPr>
          <p:cNvPr id="10" name="Espaço Reservado para Rodapé 9">
            <a:extLst>
              <a:ext uri="{FF2B5EF4-FFF2-40B4-BE49-F238E27FC236}">
                <a16:creationId xmlns:a16="http://schemas.microsoft.com/office/drawing/2014/main" id="{C288CC3E-21A2-5B36-DCD3-D185892B6AD2}"/>
              </a:ext>
            </a:extLst>
          </p:cNvPr>
          <p:cNvSpPr>
            <a:spLocks noGrp="1"/>
          </p:cNvSpPr>
          <p:nvPr>
            <p:ph type="ftr" sz="quarter" idx="11"/>
          </p:nvPr>
        </p:nvSpPr>
        <p:spPr/>
        <p:txBody>
          <a:bodyPr/>
          <a:lstStyle/>
          <a:p>
            <a:r>
              <a:rPr lang="pt-BR"/>
              <a:t>A TORRE NEGRA - SABRINA S. MACHADO</a:t>
            </a:r>
          </a:p>
        </p:txBody>
      </p:sp>
      <p:sp>
        <p:nvSpPr>
          <p:cNvPr id="11" name="Espaço Reservado para Número de Slide 10">
            <a:extLst>
              <a:ext uri="{FF2B5EF4-FFF2-40B4-BE49-F238E27FC236}">
                <a16:creationId xmlns:a16="http://schemas.microsoft.com/office/drawing/2014/main" id="{8DB9F7CA-29B2-903D-9D62-EEC0BF2EEE9E}"/>
              </a:ext>
            </a:extLst>
          </p:cNvPr>
          <p:cNvSpPr>
            <a:spLocks noGrp="1"/>
          </p:cNvSpPr>
          <p:nvPr>
            <p:ph type="sldNum" sz="quarter" idx="12"/>
          </p:nvPr>
        </p:nvSpPr>
        <p:spPr/>
        <p:txBody>
          <a:bodyPr/>
          <a:lstStyle/>
          <a:p>
            <a:fld id="{98F48E61-6D67-44DB-8C8F-E189F04FFFB1}" type="slidenum">
              <a:rPr lang="pt-BR" smtClean="0"/>
              <a:t>15</a:t>
            </a:fld>
            <a:endParaRPr lang="pt-BR"/>
          </a:p>
        </p:txBody>
      </p:sp>
    </p:spTree>
    <p:extLst>
      <p:ext uri="{BB962C8B-B14F-4D97-AF65-F5344CB8AC3E}">
        <p14:creationId xmlns:p14="http://schemas.microsoft.com/office/powerpoint/2010/main" val="1233625257"/>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o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58</TotalTime>
  <Words>1512</Words>
  <Application>Microsoft Office PowerPoint</Application>
  <PresentationFormat>Papel A3 (297 x 420 mm)</PresentationFormat>
  <Paragraphs>78</Paragraphs>
  <Slides>15</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15</vt:i4>
      </vt:variant>
    </vt:vector>
  </HeadingPairs>
  <TitlesOfParts>
    <vt:vector size="21" baseType="lpstr">
      <vt:lpstr>Aptos</vt:lpstr>
      <vt:lpstr>Aptos Display</vt:lpstr>
      <vt:lpstr>Arial</vt:lpstr>
      <vt:lpstr>Calibri</vt:lpstr>
      <vt:lpstr>Impact</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SABRINA SALES MACHADO</dc:creator>
  <cp:lastModifiedBy>SABRINA SALES MACHADO</cp:lastModifiedBy>
  <cp:revision>1</cp:revision>
  <dcterms:created xsi:type="dcterms:W3CDTF">2025-11-16T00:23:52Z</dcterms:created>
  <dcterms:modified xsi:type="dcterms:W3CDTF">2025-11-16T01:22:50Z</dcterms:modified>
</cp:coreProperties>
</file>